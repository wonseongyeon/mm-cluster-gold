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4" r:id="rId4"/>
    <p:sldMasterId id="2147483658" r:id="rId5"/>
    <p:sldMasterId id="2147483662" r:id="rId6"/>
  </p:sldMasterIdLst>
  <p:notesMasterIdLst>
    <p:notesMasterId r:id="rId22"/>
  </p:notesMasterIdLst>
  <p:sldIdLst>
    <p:sldId id="288" r:id="rId7"/>
    <p:sldId id="321" r:id="rId8"/>
    <p:sldId id="446" r:id="rId9"/>
    <p:sldId id="447" r:id="rId10"/>
    <p:sldId id="448" r:id="rId11"/>
    <p:sldId id="439" r:id="rId12"/>
    <p:sldId id="450" r:id="rId13"/>
    <p:sldId id="449" r:id="rId14"/>
    <p:sldId id="452" r:id="rId15"/>
    <p:sldId id="320" r:id="rId16"/>
    <p:sldId id="451" r:id="rId17"/>
    <p:sldId id="307" r:id="rId18"/>
    <p:sldId id="306" r:id="rId19"/>
    <p:sldId id="309" r:id="rId20"/>
    <p:sldId id="312" r:id="rId21"/>
  </p:sldIdLst>
  <p:sldSz cx="9906000" cy="6858000" type="A4"/>
  <p:notesSz cx="6797675" cy="9872663"/>
  <p:custDataLst>
    <p:tags r:id="rId23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365999C6-4D8C-42BF-AE12-6EB6F85E9FC0}">
          <p14:sldIdLst>
            <p14:sldId id="288"/>
            <p14:sldId id="321"/>
            <p14:sldId id="446"/>
            <p14:sldId id="447"/>
            <p14:sldId id="448"/>
            <p14:sldId id="439"/>
            <p14:sldId id="450"/>
            <p14:sldId id="449"/>
            <p14:sldId id="452"/>
            <p14:sldId id="320"/>
            <p14:sldId id="451"/>
          </p14:sldIdLst>
        </p14:section>
        <p14:section name="첨부" id="{CB1489E0-C21A-475B-AA48-9F4543151D39}">
          <p14:sldIdLst>
            <p14:sldId id="307"/>
            <p14:sldId id="306"/>
            <p14:sldId id="309"/>
            <p14:sldId id="31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35" userDrawn="1">
          <p15:clr>
            <a:srgbClr val="A4A3A4"/>
          </p15:clr>
        </p15:guide>
        <p15:guide id="2" pos="3120">
          <p15:clr>
            <a:srgbClr val="A4A3A4"/>
          </p15:clr>
        </p15:guide>
        <p15:guide id="3" orient="horz" pos="4065" userDrawn="1">
          <p15:clr>
            <a:srgbClr val="A4A3A4"/>
          </p15:clr>
        </p15:guide>
        <p15:guide id="4" pos="172" userDrawn="1">
          <p15:clr>
            <a:srgbClr val="A4A3A4"/>
          </p15:clr>
        </p15:guide>
        <p15:guide id="5" pos="6068" userDrawn="1">
          <p15:clr>
            <a:srgbClr val="A4A3A4"/>
          </p15:clr>
        </p15:guide>
        <p15:guide id="6" pos="3029" userDrawn="1">
          <p15:clr>
            <a:srgbClr val="A4A3A4"/>
          </p15:clr>
        </p15:guide>
        <p15:guide id="7" pos="3211" userDrawn="1">
          <p15:clr>
            <a:srgbClr val="A4A3A4"/>
          </p15:clr>
        </p15:guide>
        <p15:guide id="8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C223E"/>
    <a:srgbClr val="0000FF"/>
    <a:srgbClr val="62CB62"/>
    <a:srgbClr val="18B2EA"/>
    <a:srgbClr val="14B0E9"/>
    <a:srgbClr val="1B2E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6D5FF2-0BB0-4802-9D20-5CAC1C067DE4}" v="139" dt="2026-08-24T13:13:39.745"/>
    <p1510:client id="{29582EC6-451C-47A3-9D23-A3DF7E2A3EF9}" v="6" dt="2026-08-25T00:03:53.253"/>
    <p1510:client id="{355FF513-41FA-4846-9264-47DB53D5D204}" v="28" dt="2026-08-24T09:33:24.849"/>
    <p1510:client id="{7CA9AEFB-084F-4623-9041-5FA2C0D51E96}" v="16" dt="2026-08-24T23:13:38.887"/>
    <p1510:client id="{9C701ADB-D84D-4C4E-959E-2C60F7CB2505}" v="163" dt="2026-08-25T04:31:25.485"/>
    <p1510:client id="{BDE41C53-9421-471A-8359-D2BB4B94A4FC}" v="2" dt="2026-08-24T09:39:23.0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935"/>
        <p:guide pos="3120"/>
        <p:guide orient="horz" pos="4065"/>
        <p:guide pos="172"/>
        <p:guide pos="6068"/>
        <p:guide pos="3029"/>
        <p:guide pos="3211"/>
        <p:guide orient="horz" pos="216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연희(Yeonhee Yun)" userId="2e3aad5e-36f5-4beb-8c9a-b0e9c5f49b43" providerId="ADAL" clId="{B7E688A7-1F84-49BE-A635-FD942679070E}"/>
    <pc:docChg chg="modSld">
      <pc:chgData name="윤연희(Yeonhee Yun)" userId="2e3aad5e-36f5-4beb-8c9a-b0e9c5f49b43" providerId="ADAL" clId="{B7E688A7-1F84-49BE-A635-FD942679070E}" dt="2026-08-25T00:03:53.253" v="5" actId="20577"/>
      <pc:docMkLst>
        <pc:docMk/>
      </pc:docMkLst>
      <pc:sldChg chg="modSp mod">
        <pc:chgData name="윤연희(Yeonhee Yun)" userId="2e3aad5e-36f5-4beb-8c9a-b0e9c5f49b43" providerId="ADAL" clId="{B7E688A7-1F84-49BE-A635-FD942679070E}" dt="2026-08-25T00:03:53.253" v="5" actId="20577"/>
        <pc:sldMkLst>
          <pc:docMk/>
          <pc:sldMk cId="2060673577" sldId="321"/>
        </pc:sldMkLst>
        <pc:spChg chg="mod">
          <ac:chgData name="윤연희(Yeonhee Yun)" userId="2e3aad5e-36f5-4beb-8c9a-b0e9c5f49b43" providerId="ADAL" clId="{B7E688A7-1F84-49BE-A635-FD942679070E}" dt="2026-08-25T00:03:53.253" v="5" actId="20577"/>
          <ac:spMkLst>
            <pc:docMk/>
            <pc:sldMk cId="2060673577" sldId="321"/>
            <ac:spMk id="22" creationId="{4D7C51A7-8423-B567-6F0D-79459C6A4A1E}"/>
          </ac:spMkLst>
        </pc:spChg>
      </pc:sldChg>
    </pc:docChg>
  </pc:docChgLst>
  <pc:docChgLst>
    <pc:chgData name="김용(Kim, Yong)" userId="16fd0e41-c246-4cb0-a134-ffd4bbeabe22" providerId="ADAL" clId="{6F294AD4-D767-451D-A3B5-EC86883230A9}"/>
    <pc:docChg chg="undo custSel addSld modSld sldOrd">
      <pc:chgData name="김용(Kim, Yong)" userId="16fd0e41-c246-4cb0-a134-ffd4bbeabe22" providerId="ADAL" clId="{6F294AD4-D767-451D-A3B5-EC86883230A9}" dt="2026-08-24T23:13:40.052" v="3636" actId="20577"/>
      <pc:docMkLst>
        <pc:docMk/>
      </pc:docMkLst>
      <pc:sldChg chg="modSp mod">
        <pc:chgData name="김용(Kim, Yong)" userId="16fd0e41-c246-4cb0-a134-ffd4bbeabe22" providerId="ADAL" clId="{6F294AD4-D767-451D-A3B5-EC86883230A9}" dt="2026-08-24T13:14:06.201" v="3369" actId="1076"/>
        <pc:sldMkLst>
          <pc:docMk/>
          <pc:sldMk cId="3144429579" sldId="288"/>
        </pc:sldMkLst>
        <pc:spChg chg="mod">
          <ac:chgData name="김용(Kim, Yong)" userId="16fd0e41-c246-4cb0-a134-ffd4bbeabe22" providerId="ADAL" clId="{6F294AD4-D767-451D-A3B5-EC86883230A9}" dt="2026-08-24T13:13:39.740" v="3360" actId="14100"/>
          <ac:spMkLst>
            <pc:docMk/>
            <pc:sldMk cId="3144429579" sldId="288"/>
            <ac:spMk id="7" creationId="{00000000-0000-0000-0000-000000000000}"/>
          </ac:spMkLst>
        </pc:spChg>
        <pc:spChg chg="mod">
          <ac:chgData name="김용(Kim, Yong)" userId="16fd0e41-c246-4cb0-a134-ffd4bbeabe22" providerId="ADAL" clId="{6F294AD4-D767-451D-A3B5-EC86883230A9}" dt="2026-08-24T13:14:06.201" v="3369" actId="1076"/>
          <ac:spMkLst>
            <pc:docMk/>
            <pc:sldMk cId="3144429579" sldId="288"/>
            <ac:spMk id="10" creationId="{00000000-0000-0000-0000-000000000000}"/>
          </ac:spMkLst>
        </pc:spChg>
        <pc:spChg chg="mod">
          <ac:chgData name="김용(Kim, Yong)" userId="16fd0e41-c246-4cb0-a134-ffd4bbeabe22" providerId="ADAL" clId="{6F294AD4-D767-451D-A3B5-EC86883230A9}" dt="2026-08-24T13:13:34.294" v="3358"/>
          <ac:spMkLst>
            <pc:docMk/>
            <pc:sldMk cId="3144429579" sldId="288"/>
            <ac:spMk id="30" creationId="{00000000-0000-0000-0000-000000000000}"/>
          </ac:spMkLst>
        </pc:spChg>
      </pc:sldChg>
      <pc:sldChg chg="addSp modSp mod">
        <pc:chgData name="김용(Kim, Yong)" userId="16fd0e41-c246-4cb0-a134-ffd4bbeabe22" providerId="ADAL" clId="{6F294AD4-D767-451D-A3B5-EC86883230A9}" dt="2026-08-24T12:11:32.199" v="787" actId="1076"/>
        <pc:sldMkLst>
          <pc:docMk/>
          <pc:sldMk cId="3820283765" sldId="306"/>
        </pc:sldMkLst>
        <pc:graphicFrameChg chg="add mod">
          <ac:chgData name="김용(Kim, Yong)" userId="16fd0e41-c246-4cb0-a134-ffd4bbeabe22" providerId="ADAL" clId="{6F294AD4-D767-451D-A3B5-EC86883230A9}" dt="2026-08-24T12:11:32.199" v="787" actId="1076"/>
          <ac:graphicFrameMkLst>
            <pc:docMk/>
            <pc:sldMk cId="3820283765" sldId="306"/>
            <ac:graphicFrameMk id="3" creationId="{EDC35058-DF7F-2CD7-9576-609D4CE794D2}"/>
          </ac:graphicFrameMkLst>
        </pc:graphicFrameChg>
        <pc:picChg chg="mod">
          <ac:chgData name="김용(Kim, Yong)" userId="16fd0e41-c246-4cb0-a134-ffd4bbeabe22" providerId="ADAL" clId="{6F294AD4-D767-451D-A3B5-EC86883230A9}" dt="2026-08-21T06:34:54.871" v="30" actId="1076"/>
          <ac:picMkLst>
            <pc:docMk/>
            <pc:sldMk cId="3820283765" sldId="306"/>
            <ac:picMk id="5" creationId="{C3A8C390-5E1F-B180-EBB9-BF900EF3403A}"/>
          </ac:picMkLst>
        </pc:picChg>
      </pc:sldChg>
      <pc:sldChg chg="addSp delSp modSp mod">
        <pc:chgData name="김용(Kim, Yong)" userId="16fd0e41-c246-4cb0-a134-ffd4bbeabe22" providerId="ADAL" clId="{6F294AD4-D767-451D-A3B5-EC86883230A9}" dt="2026-08-24T12:05:27.029" v="650" actId="20577"/>
        <pc:sldMkLst>
          <pc:docMk/>
          <pc:sldMk cId="2897856485" sldId="320"/>
        </pc:sldMkLst>
        <pc:spChg chg="mod">
          <ac:chgData name="김용(Kim, Yong)" userId="16fd0e41-c246-4cb0-a134-ffd4bbeabe22" providerId="ADAL" clId="{6F294AD4-D767-451D-A3B5-EC86883230A9}" dt="2026-08-24T12:05:27.029" v="650" actId="20577"/>
          <ac:spMkLst>
            <pc:docMk/>
            <pc:sldMk cId="2897856485" sldId="320"/>
            <ac:spMk id="2" creationId="{18760B45-03E1-0F61-B44B-1FD14375A98C}"/>
          </ac:spMkLst>
        </pc:spChg>
        <pc:spChg chg="add del">
          <ac:chgData name="김용(Kim, Yong)" userId="16fd0e41-c246-4cb0-a134-ffd4bbeabe22" providerId="ADAL" clId="{6F294AD4-D767-451D-A3B5-EC86883230A9}" dt="2026-08-24T12:04:48.160" v="607" actId="22"/>
          <ac:spMkLst>
            <pc:docMk/>
            <pc:sldMk cId="2897856485" sldId="320"/>
            <ac:spMk id="6" creationId="{E628E821-50BC-2B9D-8E14-D5B65DD76AC9}"/>
          </ac:spMkLst>
        </pc:spChg>
        <pc:picChg chg="mod">
          <ac:chgData name="김용(Kim, Yong)" userId="16fd0e41-c246-4cb0-a134-ffd4bbeabe22" providerId="ADAL" clId="{6F294AD4-D767-451D-A3B5-EC86883230A9}" dt="2026-08-24T11:43:09.974" v="79" actId="1076"/>
          <ac:picMkLst>
            <pc:docMk/>
            <pc:sldMk cId="2897856485" sldId="320"/>
            <ac:picMk id="4" creationId="{B8ADCD8F-573F-89E4-F4C3-790A983D54EE}"/>
          </ac:picMkLst>
        </pc:picChg>
      </pc:sldChg>
      <pc:sldChg chg="addSp delSp modSp mod">
        <pc:chgData name="김용(Kim, Yong)" userId="16fd0e41-c246-4cb0-a134-ffd4bbeabe22" providerId="ADAL" clId="{6F294AD4-D767-451D-A3B5-EC86883230A9}" dt="2026-08-24T11:41:59.682" v="76" actId="1035"/>
        <pc:sldMkLst>
          <pc:docMk/>
          <pc:sldMk cId="2060673577" sldId="321"/>
        </pc:sldMkLst>
        <pc:spChg chg="mod">
          <ac:chgData name="김용(Kim, Yong)" userId="16fd0e41-c246-4cb0-a134-ffd4bbeabe22" providerId="ADAL" clId="{6F294AD4-D767-451D-A3B5-EC86883230A9}" dt="2026-08-24T11:41:28.558" v="65" actId="20577"/>
          <ac:spMkLst>
            <pc:docMk/>
            <pc:sldMk cId="2060673577" sldId="321"/>
            <ac:spMk id="26" creationId="{B56EAFDF-AD06-A698-E292-AB9DC10868E8}"/>
          </ac:spMkLst>
        </pc:spChg>
        <pc:spChg chg="mod">
          <ac:chgData name="김용(Kim, Yong)" userId="16fd0e41-c246-4cb0-a134-ffd4bbeabe22" providerId="ADAL" clId="{6F294AD4-D767-451D-A3B5-EC86883230A9}" dt="2026-08-24T11:41:37.511" v="69" actId="1037"/>
          <ac:spMkLst>
            <pc:docMk/>
            <pc:sldMk cId="2060673577" sldId="321"/>
            <ac:spMk id="53" creationId="{AF815944-BA32-6B1F-BC8A-EB40D7F721DA}"/>
          </ac:spMkLst>
        </pc:spChg>
        <pc:spChg chg="mod">
          <ac:chgData name="김용(Kim, Yong)" userId="16fd0e41-c246-4cb0-a134-ffd4bbeabe22" providerId="ADAL" clId="{6F294AD4-D767-451D-A3B5-EC86883230A9}" dt="2026-08-24T11:41:59.682" v="76" actId="1035"/>
          <ac:spMkLst>
            <pc:docMk/>
            <pc:sldMk cId="2060673577" sldId="321"/>
            <ac:spMk id="64" creationId="{60C80435-3EC7-C6D0-76B1-5C0D1EDC5255}"/>
          </ac:spMkLst>
        </pc:spChg>
      </pc:sldChg>
      <pc:sldChg chg="modSp">
        <pc:chgData name="김용(Kim, Yong)" userId="16fd0e41-c246-4cb0-a134-ffd4bbeabe22" providerId="ADAL" clId="{6F294AD4-D767-451D-A3B5-EC86883230A9}" dt="2026-08-24T11:42:35.446" v="77"/>
        <pc:sldMkLst>
          <pc:docMk/>
          <pc:sldMk cId="2041659344" sldId="448"/>
        </pc:sldMkLst>
        <pc:graphicFrameChg chg="mod">
          <ac:chgData name="김용(Kim, Yong)" userId="16fd0e41-c246-4cb0-a134-ffd4bbeabe22" providerId="ADAL" clId="{6F294AD4-D767-451D-A3B5-EC86883230A9}" dt="2026-08-24T11:42:35.446" v="77"/>
          <ac:graphicFrameMkLst>
            <pc:docMk/>
            <pc:sldMk cId="2041659344" sldId="448"/>
            <ac:graphicFrameMk id="6" creationId="{FB79252C-E2CC-E078-5ABF-67FD53CCF2DF}"/>
          </ac:graphicFrameMkLst>
        </pc:graphicFrameChg>
      </pc:sldChg>
      <pc:sldChg chg="addSp delSp modSp mod">
        <pc:chgData name="김용(Kim, Yong)" userId="16fd0e41-c246-4cb0-a134-ffd4bbeabe22" providerId="ADAL" clId="{6F294AD4-D767-451D-A3B5-EC86883230A9}" dt="2026-08-24T12:27:13.985" v="1950" actId="20577"/>
        <pc:sldMkLst>
          <pc:docMk/>
          <pc:sldMk cId="1757942748" sldId="449"/>
        </pc:sldMkLst>
        <pc:spChg chg="add mod">
          <ac:chgData name="김용(Kim, Yong)" userId="16fd0e41-c246-4cb0-a134-ffd4bbeabe22" providerId="ADAL" clId="{6F294AD4-D767-451D-A3B5-EC86883230A9}" dt="2026-08-24T12:27:13.985" v="1950" actId="20577"/>
          <ac:spMkLst>
            <pc:docMk/>
            <pc:sldMk cId="1757942748" sldId="449"/>
            <ac:spMk id="5" creationId="{52CE6917-1DE5-FAEA-12B8-634EB44635B2}"/>
          </ac:spMkLst>
        </pc:spChg>
      </pc:sldChg>
      <pc:sldChg chg="addSp delSp modSp add mod">
        <pc:chgData name="김용(Kim, Yong)" userId="16fd0e41-c246-4cb0-a134-ffd4bbeabe22" providerId="ADAL" clId="{6F294AD4-D767-451D-A3B5-EC86883230A9}" dt="2026-08-24T23:13:40.052" v="3636" actId="20577"/>
        <pc:sldMkLst>
          <pc:docMk/>
          <pc:sldMk cId="4146583656" sldId="451"/>
        </pc:sldMkLst>
        <pc:spChg chg="mod">
          <ac:chgData name="김용(Kim, Yong)" userId="16fd0e41-c246-4cb0-a134-ffd4bbeabe22" providerId="ADAL" clId="{6F294AD4-D767-451D-A3B5-EC86883230A9}" dt="2026-08-24T13:08:28.967" v="3202" actId="20577"/>
          <ac:spMkLst>
            <pc:docMk/>
            <pc:sldMk cId="4146583656" sldId="451"/>
            <ac:spMk id="2" creationId="{3E61D43D-21B1-48D9-5428-8BF2C42604FB}"/>
          </ac:spMkLst>
        </pc:spChg>
        <pc:spChg chg="add del">
          <ac:chgData name="김용(Kim, Yong)" userId="16fd0e41-c246-4cb0-a134-ffd4bbeabe22" providerId="ADAL" clId="{6F294AD4-D767-451D-A3B5-EC86883230A9}" dt="2026-08-24T11:44:21.395" v="86" actId="478"/>
          <ac:spMkLst>
            <pc:docMk/>
            <pc:sldMk cId="4146583656" sldId="451"/>
            <ac:spMk id="6" creationId="{B6867447-71D0-49B9-CE4D-B1CD0F262264}"/>
          </ac:spMkLst>
        </pc:spChg>
        <pc:spChg chg="add mod">
          <ac:chgData name="김용(Kim, Yong)" userId="16fd0e41-c246-4cb0-a134-ffd4bbeabe22" providerId="ADAL" clId="{6F294AD4-D767-451D-A3B5-EC86883230A9}" dt="2026-08-24T13:08:32.818" v="3204" actId="21"/>
          <ac:spMkLst>
            <pc:docMk/>
            <pc:sldMk cId="4146583656" sldId="451"/>
            <ac:spMk id="10" creationId="{5DD43110-A52E-7780-D285-BB4CB535B70F}"/>
          </ac:spMkLst>
        </pc:spChg>
        <pc:spChg chg="add del mod">
          <ac:chgData name="김용(Kim, Yong)" userId="16fd0e41-c246-4cb0-a134-ffd4bbeabe22" providerId="ADAL" clId="{6F294AD4-D767-451D-A3B5-EC86883230A9}" dt="2026-08-24T13:08:48.567" v="3228" actId="478"/>
          <ac:spMkLst>
            <pc:docMk/>
            <pc:sldMk cId="4146583656" sldId="451"/>
            <ac:spMk id="11" creationId="{2A82E55F-EB78-FD92-2765-6DEB8C3C374A}"/>
          </ac:spMkLst>
        </pc:spChg>
        <pc:spChg chg="del">
          <ac:chgData name="김용(Kim, Yong)" userId="16fd0e41-c246-4cb0-a134-ffd4bbeabe22" providerId="ADAL" clId="{6F294AD4-D767-451D-A3B5-EC86883230A9}" dt="2026-08-24T11:43:56.096" v="83" actId="478"/>
          <ac:spMkLst>
            <pc:docMk/>
            <pc:sldMk cId="4146583656" sldId="451"/>
            <ac:spMk id="12" creationId="{5D747377-93CF-D269-8997-2C26349B2DB9}"/>
          </ac:spMkLst>
        </pc:spChg>
        <pc:spChg chg="add mod">
          <ac:chgData name="김용(Kim, Yong)" userId="16fd0e41-c246-4cb0-a134-ffd4bbeabe22" providerId="ADAL" clId="{6F294AD4-D767-451D-A3B5-EC86883230A9}" dt="2026-08-24T23:13:40.052" v="3636" actId="20577"/>
          <ac:spMkLst>
            <pc:docMk/>
            <pc:sldMk cId="4146583656" sldId="451"/>
            <ac:spMk id="14" creationId="{8516C027-B140-7064-FE0B-7D6930516500}"/>
          </ac:spMkLst>
        </pc:spChg>
        <pc:grpChg chg="del mod">
          <ac:chgData name="김용(Kim, Yong)" userId="16fd0e41-c246-4cb0-a134-ffd4bbeabe22" providerId="ADAL" clId="{6F294AD4-D767-451D-A3B5-EC86883230A9}" dt="2026-08-24T11:43:56.096" v="83" actId="478"/>
          <ac:grpSpMkLst>
            <pc:docMk/>
            <pc:sldMk cId="4146583656" sldId="451"/>
            <ac:grpSpMk id="5" creationId="{6C6B08AF-E45D-7381-77AF-71CDBE9100D0}"/>
          </ac:grpSpMkLst>
        </pc:grpChg>
        <pc:graphicFrameChg chg="add mod">
          <ac:chgData name="김용(Kim, Yong)" userId="16fd0e41-c246-4cb0-a134-ffd4bbeabe22" providerId="ADAL" clId="{6F294AD4-D767-451D-A3B5-EC86883230A9}" dt="2026-08-24T11:44:23.229" v="87"/>
          <ac:graphicFrameMkLst>
            <pc:docMk/>
            <pc:sldMk cId="4146583656" sldId="451"/>
            <ac:graphicFrameMk id="7" creationId="{2A0345F1-9E39-F766-DDA7-F8589320F744}"/>
          </ac:graphicFrameMkLst>
        </pc:graphicFrameChg>
        <pc:picChg chg="del">
          <ac:chgData name="김용(Kim, Yong)" userId="16fd0e41-c246-4cb0-a134-ffd4bbeabe22" providerId="ADAL" clId="{6F294AD4-D767-451D-A3B5-EC86883230A9}" dt="2026-08-24T11:43:53.111" v="82" actId="478"/>
          <ac:picMkLst>
            <pc:docMk/>
            <pc:sldMk cId="4146583656" sldId="451"/>
            <ac:picMk id="4" creationId="{A38E0A1C-85A5-0C47-898D-1DFF145E30B0}"/>
          </ac:picMkLst>
        </pc:picChg>
        <pc:picChg chg="add del mod">
          <ac:chgData name="김용(Kim, Yong)" userId="16fd0e41-c246-4cb0-a134-ffd4bbeabe22" providerId="ADAL" clId="{6F294AD4-D767-451D-A3B5-EC86883230A9}" dt="2026-08-24T11:44:44.093" v="99" actId="478"/>
          <ac:picMkLst>
            <pc:docMk/>
            <pc:sldMk cId="4146583656" sldId="451"/>
            <ac:picMk id="8" creationId="{54C4B515-7810-7BE5-E63C-D0C2DCE03CCE}"/>
          </ac:picMkLst>
        </pc:picChg>
        <pc:picChg chg="del mod">
          <ac:chgData name="김용(Kim, Yong)" userId="16fd0e41-c246-4cb0-a134-ffd4bbeabe22" providerId="ADAL" clId="{6F294AD4-D767-451D-A3B5-EC86883230A9}" dt="2026-08-24T11:43:58.592" v="84" actId="478"/>
          <ac:picMkLst>
            <pc:docMk/>
            <pc:sldMk cId="4146583656" sldId="451"/>
            <ac:picMk id="2052" creationId="{0241AC70-4661-0FBA-B982-BF2E518788EE}"/>
          </ac:picMkLst>
        </pc:picChg>
      </pc:sldChg>
      <pc:sldChg chg="addSp delSp modSp add mod ord">
        <pc:chgData name="김용(Kim, Yong)" userId="16fd0e41-c246-4cb0-a134-ffd4bbeabe22" providerId="ADAL" clId="{6F294AD4-D767-451D-A3B5-EC86883230A9}" dt="2026-08-24T13:15:19.993" v="3451" actId="20577"/>
        <pc:sldMkLst>
          <pc:docMk/>
          <pc:sldMk cId="1943366366" sldId="452"/>
        </pc:sldMkLst>
        <pc:spChg chg="mod">
          <ac:chgData name="김용(Kim, Yong)" userId="16fd0e41-c246-4cb0-a134-ffd4bbeabe22" providerId="ADAL" clId="{6F294AD4-D767-451D-A3B5-EC86883230A9}" dt="2026-08-24T13:07:10.398" v="3183" actId="20577"/>
          <ac:spMkLst>
            <pc:docMk/>
            <pc:sldMk cId="1943366366" sldId="452"/>
            <ac:spMk id="2" creationId="{8F4CF768-FBA1-0CEA-4A19-CD322AF4FC01}"/>
          </ac:spMkLst>
        </pc:spChg>
        <pc:spChg chg="del">
          <ac:chgData name="김용(Kim, Yong)" userId="16fd0e41-c246-4cb0-a134-ffd4bbeabe22" providerId="ADAL" clId="{6F294AD4-D767-451D-A3B5-EC86883230A9}" dt="2026-08-24T12:05:33.040" v="652" actId="478"/>
          <ac:spMkLst>
            <pc:docMk/>
            <pc:sldMk cId="1943366366" sldId="452"/>
            <ac:spMk id="10" creationId="{C2DA4AB8-DED8-94C5-A3BC-13937FCFB393}"/>
          </ac:spMkLst>
        </pc:spChg>
        <pc:spChg chg="del">
          <ac:chgData name="김용(Kim, Yong)" userId="16fd0e41-c246-4cb0-a134-ffd4bbeabe22" providerId="ADAL" clId="{6F294AD4-D767-451D-A3B5-EC86883230A9}" dt="2026-08-24T12:05:34.137" v="653" actId="478"/>
          <ac:spMkLst>
            <pc:docMk/>
            <pc:sldMk cId="1943366366" sldId="452"/>
            <ac:spMk id="11" creationId="{27E5BE53-13C8-0CE5-C3DC-3321055D9878}"/>
          </ac:spMkLst>
        </pc:spChg>
        <pc:spChg chg="del">
          <ac:chgData name="김용(Kim, Yong)" userId="16fd0e41-c246-4cb0-a134-ffd4bbeabe22" providerId="ADAL" clId="{6F294AD4-D767-451D-A3B5-EC86883230A9}" dt="2026-08-24T12:05:31.861" v="651" actId="478"/>
          <ac:spMkLst>
            <pc:docMk/>
            <pc:sldMk cId="1943366366" sldId="452"/>
            <ac:spMk id="14" creationId="{A4ACDE93-E112-D242-5C5F-6659B68391FB}"/>
          </ac:spMkLst>
        </pc:spChg>
        <pc:graphicFrameChg chg="add mod modGraphic">
          <ac:chgData name="김용(Kim, Yong)" userId="16fd0e41-c246-4cb0-a134-ffd4bbeabe22" providerId="ADAL" clId="{6F294AD4-D767-451D-A3B5-EC86883230A9}" dt="2026-08-24T13:15:19.993" v="3451" actId="20577"/>
          <ac:graphicFrameMkLst>
            <pc:docMk/>
            <pc:sldMk cId="1943366366" sldId="452"/>
            <ac:graphicFrameMk id="3" creationId="{3E037032-3774-ABDE-B39F-9EF792ECCE44}"/>
          </ac:graphicFrameMkLst>
        </pc:graphicFrameChg>
        <pc:graphicFrameChg chg="add mod">
          <ac:chgData name="김용(Kim, Yong)" userId="16fd0e41-c246-4cb0-a134-ffd4bbeabe22" providerId="ADAL" clId="{6F294AD4-D767-451D-A3B5-EC86883230A9}" dt="2026-08-24T13:05:37.844" v="3049" actId="1076"/>
          <ac:graphicFrameMkLst>
            <pc:docMk/>
            <pc:sldMk cId="1943366366" sldId="452"/>
            <ac:graphicFrameMk id="4" creationId="{5B906773-AF21-8CEB-F5E3-435A7A94410B}"/>
          </ac:graphicFrameMkLst>
        </pc:graphicFrameChg>
        <pc:graphicFrameChg chg="add mod">
          <ac:chgData name="김용(Kim, Yong)" userId="16fd0e41-c246-4cb0-a134-ffd4bbeabe22" providerId="ADAL" clId="{6F294AD4-D767-451D-A3B5-EC86883230A9}" dt="2026-08-24T13:12:49.684" v="3351" actId="1076"/>
          <ac:graphicFrameMkLst>
            <pc:docMk/>
            <pc:sldMk cId="1943366366" sldId="452"/>
            <ac:graphicFrameMk id="5" creationId="{4CEFDD0E-1F3A-80BD-D663-4C88A645459F}"/>
          </ac:graphicFrameMkLst>
        </pc:graphicFrameChg>
      </pc:sldChg>
    </pc:docChg>
  </pc:docChgLst>
  <pc:docChgLst>
    <pc:chgData name="임영훈(Younghoon Lim)" userId="8959b736-84ed-493c-affc-ae72e88935ee" providerId="ADAL" clId="{21BFF278-EB35-42CC-A462-CC0A61AF7793}"/>
    <pc:docChg chg="undo custSel addSld delSld modSld sldOrd modMainMaster addSection modSection">
      <pc:chgData name="임영훈(Younghoon Lim)" userId="8959b736-84ed-493c-affc-ae72e88935ee" providerId="ADAL" clId="{21BFF278-EB35-42CC-A462-CC0A61AF7793}" dt="2026-08-25T04:31:25.485" v="1524"/>
      <pc:docMkLst>
        <pc:docMk/>
      </pc:docMkLst>
      <pc:sldChg chg="addSp delSp modSp mod">
        <pc:chgData name="임영훈(Younghoon Lim)" userId="8959b736-84ed-493c-affc-ae72e88935ee" providerId="ADAL" clId="{21BFF278-EB35-42CC-A462-CC0A61AF7793}" dt="2026-08-24T09:35:24.262" v="1323" actId="1035"/>
        <pc:sldMkLst>
          <pc:docMk/>
          <pc:sldMk cId="3144429579" sldId="288"/>
        </pc:sldMkLst>
        <pc:spChg chg="add mod">
          <ac:chgData name="임영훈(Younghoon Lim)" userId="8959b736-84ed-493c-affc-ae72e88935ee" providerId="ADAL" clId="{21BFF278-EB35-42CC-A462-CC0A61AF7793}" dt="2026-08-20T04:52:40.419" v="647" actId="20577"/>
          <ac:spMkLst>
            <pc:docMk/>
            <pc:sldMk cId="3144429579" sldId="288"/>
            <ac:spMk id="3" creationId="{F7D19300-D8AA-96B8-6C84-7BF3EAFEA0CC}"/>
          </ac:spMkLst>
        </pc:spChg>
        <pc:spChg chg="mod">
          <ac:chgData name="임영훈(Younghoon Lim)" userId="8959b736-84ed-493c-affc-ae72e88935ee" providerId="ADAL" clId="{21BFF278-EB35-42CC-A462-CC0A61AF7793}" dt="2026-08-24T09:35:24.262" v="1323" actId="1035"/>
          <ac:spMkLst>
            <pc:docMk/>
            <pc:sldMk cId="3144429579" sldId="288"/>
            <ac:spMk id="10" creationId="{00000000-0000-0000-0000-000000000000}"/>
          </ac:spMkLst>
        </pc:spChg>
        <pc:spChg chg="mod">
          <ac:chgData name="임영훈(Younghoon Lim)" userId="8959b736-84ed-493c-affc-ae72e88935ee" providerId="ADAL" clId="{21BFF278-EB35-42CC-A462-CC0A61AF7793}" dt="2026-08-20T03:31:45.763" v="502" actId="1037"/>
          <ac:spMkLst>
            <pc:docMk/>
            <pc:sldMk cId="3144429579" sldId="288"/>
            <ac:spMk id="25" creationId="{00000000-0000-0000-0000-000000000000}"/>
          </ac:spMkLst>
        </pc:spChg>
        <pc:spChg chg="mod">
          <ac:chgData name="임영훈(Younghoon Lim)" userId="8959b736-84ed-493c-affc-ae72e88935ee" providerId="ADAL" clId="{21BFF278-EB35-42CC-A462-CC0A61AF7793}" dt="2026-08-24T09:34:56.732" v="1295" actId="2711"/>
          <ac:spMkLst>
            <pc:docMk/>
            <pc:sldMk cId="3144429579" sldId="288"/>
            <ac:spMk id="26" creationId="{00000000-0000-0000-0000-000000000000}"/>
          </ac:spMkLst>
        </pc:spChg>
        <pc:spChg chg="mod">
          <ac:chgData name="임영훈(Younghoon Lim)" userId="8959b736-84ed-493c-affc-ae72e88935ee" providerId="ADAL" clId="{21BFF278-EB35-42CC-A462-CC0A61AF7793}" dt="2026-08-20T04:52:51.264" v="653"/>
          <ac:spMkLst>
            <pc:docMk/>
            <pc:sldMk cId="3144429579" sldId="288"/>
            <ac:spMk id="27" creationId="{00000000-0000-0000-0000-000000000000}"/>
          </ac:spMkLst>
        </pc:spChg>
        <pc:spChg chg="mod">
          <ac:chgData name="임영훈(Younghoon Lim)" userId="8959b736-84ed-493c-affc-ae72e88935ee" providerId="ADAL" clId="{21BFF278-EB35-42CC-A462-CC0A61AF7793}" dt="2026-08-24T09:35:19.530" v="1301" actId="20577"/>
          <ac:spMkLst>
            <pc:docMk/>
            <pc:sldMk cId="3144429579" sldId="288"/>
            <ac:spMk id="30" creationId="{00000000-0000-0000-0000-000000000000}"/>
          </ac:spMkLst>
        </pc:spChg>
      </pc:sldChg>
      <pc:sldChg chg="addSp delSp modSp mod">
        <pc:chgData name="임영훈(Younghoon Lim)" userId="8959b736-84ed-493c-affc-ae72e88935ee" providerId="ADAL" clId="{21BFF278-EB35-42CC-A462-CC0A61AF7793}" dt="2026-08-25T04:31:25.485" v="1524"/>
        <pc:sldMkLst>
          <pc:docMk/>
          <pc:sldMk cId="3820283765" sldId="306"/>
        </pc:sldMkLst>
        <pc:spChg chg="mod">
          <ac:chgData name="임영훈(Younghoon Lim)" userId="8959b736-84ed-493c-affc-ae72e88935ee" providerId="ADAL" clId="{21BFF278-EB35-42CC-A462-CC0A61AF7793}" dt="2026-08-21T05:50:48.527" v="788" actId="20577"/>
          <ac:spMkLst>
            <pc:docMk/>
            <pc:sldMk cId="3820283765" sldId="306"/>
            <ac:spMk id="2" creationId="{F963F5A9-DA57-46A8-CB3C-5A63139C8216}"/>
          </ac:spMkLst>
        </pc:spChg>
        <pc:graphicFrameChg chg="mod">
          <ac:chgData name="임영훈(Younghoon Lim)" userId="8959b736-84ed-493c-affc-ae72e88935ee" providerId="ADAL" clId="{21BFF278-EB35-42CC-A462-CC0A61AF7793}" dt="2026-08-25T04:31:25.485" v="1524"/>
          <ac:graphicFrameMkLst>
            <pc:docMk/>
            <pc:sldMk cId="3820283765" sldId="306"/>
            <ac:graphicFrameMk id="3" creationId="{EDC35058-DF7F-2CD7-9576-609D4CE794D2}"/>
          </ac:graphicFrameMkLst>
        </pc:graphicFrameChg>
        <pc:picChg chg="add">
          <ac:chgData name="임영훈(Younghoon Lim)" userId="8959b736-84ed-493c-affc-ae72e88935ee" providerId="ADAL" clId="{21BFF278-EB35-42CC-A462-CC0A61AF7793}" dt="2026-08-21T05:50:32.071" v="765" actId="22"/>
          <ac:picMkLst>
            <pc:docMk/>
            <pc:sldMk cId="3820283765" sldId="306"/>
            <ac:picMk id="5" creationId="{C3A8C390-5E1F-B180-EBB9-BF900EF3403A}"/>
          </ac:picMkLst>
        </pc:picChg>
      </pc:sldChg>
      <pc:sldChg chg="addSp delSp modSp mod">
        <pc:chgData name="임영훈(Younghoon Lim)" userId="8959b736-84ed-493c-affc-ae72e88935ee" providerId="ADAL" clId="{21BFF278-EB35-42CC-A462-CC0A61AF7793}" dt="2026-08-25T04:29:46.989" v="1523" actId="20577"/>
        <pc:sldMkLst>
          <pc:docMk/>
          <pc:sldMk cId="1742616466" sldId="307"/>
        </pc:sldMkLst>
        <pc:spChg chg="mod">
          <ac:chgData name="임영훈(Younghoon Lim)" userId="8959b736-84ed-493c-affc-ae72e88935ee" providerId="ADAL" clId="{21BFF278-EB35-42CC-A462-CC0A61AF7793}" dt="2026-08-21T05:50:45.288" v="786" actId="20577"/>
          <ac:spMkLst>
            <pc:docMk/>
            <pc:sldMk cId="1742616466" sldId="307"/>
            <ac:spMk id="2" creationId="{8BA457EA-E00C-FA15-A443-6C1BF7E7D300}"/>
          </ac:spMkLst>
        </pc:spChg>
        <pc:spChg chg="add mod">
          <ac:chgData name="임영훈(Younghoon Lim)" userId="8959b736-84ed-493c-affc-ae72e88935ee" providerId="ADAL" clId="{21BFF278-EB35-42CC-A462-CC0A61AF7793}" dt="2026-08-20T04:46:56.514" v="603"/>
          <ac:spMkLst>
            <pc:docMk/>
            <pc:sldMk cId="1742616466" sldId="307"/>
            <ac:spMk id="4" creationId="{A5954D22-1EEB-A938-6B83-A8F0EEDFB6F0}"/>
          </ac:spMkLst>
        </pc:spChg>
        <pc:spChg chg="add mod">
          <ac:chgData name="임영훈(Younghoon Lim)" userId="8959b736-84ed-493c-affc-ae72e88935ee" providerId="ADAL" clId="{21BFF278-EB35-42CC-A462-CC0A61AF7793}" dt="2026-08-25T04:29:46.989" v="1523" actId="20577"/>
          <ac:spMkLst>
            <pc:docMk/>
            <pc:sldMk cId="1742616466" sldId="307"/>
            <ac:spMk id="11" creationId="{49ACE6AF-3ED8-A012-BC59-F1CE0B87028D}"/>
          </ac:spMkLst>
        </pc:spChg>
        <pc:spChg chg="add mod">
          <ac:chgData name="임영훈(Younghoon Lim)" userId="8959b736-84ed-493c-affc-ae72e88935ee" providerId="ADAL" clId="{21BFF278-EB35-42CC-A462-CC0A61AF7793}" dt="2026-08-20T04:46:56.514" v="603"/>
          <ac:spMkLst>
            <pc:docMk/>
            <pc:sldMk cId="1742616466" sldId="307"/>
            <ac:spMk id="12" creationId="{D8798D2F-DDC0-9972-EB95-ADACC1E31FA2}"/>
          </ac:spMkLst>
        </pc:spChg>
        <pc:spChg chg="add mod">
          <ac:chgData name="임영훈(Younghoon Lim)" userId="8959b736-84ed-493c-affc-ae72e88935ee" providerId="ADAL" clId="{21BFF278-EB35-42CC-A462-CC0A61AF7793}" dt="2026-08-20T04:46:56.514" v="603"/>
          <ac:spMkLst>
            <pc:docMk/>
            <pc:sldMk cId="1742616466" sldId="307"/>
            <ac:spMk id="18" creationId="{155AAAE9-F924-630C-BEDC-F5ADA94B04EC}"/>
          </ac:spMkLst>
        </pc:spChg>
        <pc:grpChg chg="add mod">
          <ac:chgData name="임영훈(Younghoon Lim)" userId="8959b736-84ed-493c-affc-ae72e88935ee" providerId="ADAL" clId="{21BFF278-EB35-42CC-A462-CC0A61AF7793}" dt="2026-08-20T04:46:56.514" v="603"/>
          <ac:grpSpMkLst>
            <pc:docMk/>
            <pc:sldMk cId="1742616466" sldId="307"/>
            <ac:grpSpMk id="10" creationId="{975B7BCA-86E3-3A1A-9971-F6B591671616}"/>
          </ac:grpSpMkLst>
        </pc:grpChg>
        <pc:picChg chg="add mod">
          <ac:chgData name="임영훈(Younghoon Lim)" userId="8959b736-84ed-493c-affc-ae72e88935ee" providerId="ADAL" clId="{21BFF278-EB35-42CC-A462-CC0A61AF7793}" dt="2026-08-20T04:46:56.514" v="603"/>
          <ac:picMkLst>
            <pc:docMk/>
            <pc:sldMk cId="1742616466" sldId="307"/>
            <ac:picMk id="6" creationId="{60276D78-2791-A31C-72E2-0D27EB544E7D}"/>
          </ac:picMkLst>
        </pc:picChg>
        <pc:cxnChg chg="add mod">
          <ac:chgData name="임영훈(Younghoon Lim)" userId="8959b736-84ed-493c-affc-ae72e88935ee" providerId="ADAL" clId="{21BFF278-EB35-42CC-A462-CC0A61AF7793}" dt="2026-08-20T04:46:56.514" v="603"/>
          <ac:cxnSpMkLst>
            <pc:docMk/>
            <pc:sldMk cId="1742616466" sldId="307"/>
            <ac:cxnSpMk id="16" creationId="{8D9501BD-C247-3B12-719E-A22081837F97}"/>
          </ac:cxnSpMkLst>
        </pc:cxnChg>
        <pc:cxnChg chg="add mod">
          <ac:chgData name="임영훈(Younghoon Lim)" userId="8959b736-84ed-493c-affc-ae72e88935ee" providerId="ADAL" clId="{21BFF278-EB35-42CC-A462-CC0A61AF7793}" dt="2026-08-20T04:46:56.514" v="603"/>
          <ac:cxnSpMkLst>
            <pc:docMk/>
            <pc:sldMk cId="1742616466" sldId="307"/>
            <ac:cxnSpMk id="17" creationId="{BF497DCD-797E-4967-7176-68197F69BFF8}"/>
          </ac:cxnSpMkLst>
        </pc:cxnChg>
      </pc:sldChg>
      <pc:sldChg chg="modSp add del mod">
        <pc:chgData name="임영훈(Younghoon Lim)" userId="8959b736-84ed-493c-affc-ae72e88935ee" providerId="ADAL" clId="{21BFF278-EB35-42CC-A462-CC0A61AF7793}" dt="2026-08-21T05:51:33.273" v="792" actId="20577"/>
        <pc:sldMkLst>
          <pc:docMk/>
          <pc:sldMk cId="1426240194" sldId="309"/>
        </pc:sldMkLst>
        <pc:spChg chg="mod">
          <ac:chgData name="임영훈(Younghoon Lim)" userId="8959b736-84ed-493c-affc-ae72e88935ee" providerId="ADAL" clId="{21BFF278-EB35-42CC-A462-CC0A61AF7793}" dt="2026-08-21T05:51:33.273" v="792" actId="20577"/>
          <ac:spMkLst>
            <pc:docMk/>
            <pc:sldMk cId="1426240194" sldId="309"/>
            <ac:spMk id="2" creationId="{A66C6FE2-95BA-98D9-D2E7-60BB2FFEAEEF}"/>
          </ac:spMkLst>
        </pc:spChg>
      </pc:sldChg>
      <pc:sldChg chg="addSp delSp modSp mod">
        <pc:chgData name="임영훈(Younghoon Lim)" userId="8959b736-84ed-493c-affc-ae72e88935ee" providerId="ADAL" clId="{21BFF278-EB35-42CC-A462-CC0A61AF7793}" dt="2026-08-24T09:39:34.862" v="1357" actId="20577"/>
        <pc:sldMkLst>
          <pc:docMk/>
          <pc:sldMk cId="2698190607" sldId="312"/>
        </pc:sldMkLst>
        <pc:spChg chg="mod">
          <ac:chgData name="임영훈(Younghoon Lim)" userId="8959b736-84ed-493c-affc-ae72e88935ee" providerId="ADAL" clId="{21BFF278-EB35-42CC-A462-CC0A61AF7793}" dt="2026-08-21T05:51:56.861" v="809" actId="20577"/>
          <ac:spMkLst>
            <pc:docMk/>
            <pc:sldMk cId="2698190607" sldId="312"/>
            <ac:spMk id="2" creationId="{0E1A81FB-DCF8-7131-E3F5-01BEF251480C}"/>
          </ac:spMkLst>
        </pc:spChg>
        <pc:spChg chg="mod">
          <ac:chgData name="임영훈(Younghoon Lim)" userId="8959b736-84ed-493c-affc-ae72e88935ee" providerId="ADAL" clId="{21BFF278-EB35-42CC-A462-CC0A61AF7793}" dt="2026-08-24T07:46:33.712" v="1025" actId="1076"/>
          <ac:spMkLst>
            <pc:docMk/>
            <pc:sldMk cId="2698190607" sldId="312"/>
            <ac:spMk id="7" creationId="{A587EBD8-67FF-EDD5-2A1E-996ABE5BED66}"/>
          </ac:spMkLst>
        </pc:spChg>
        <pc:grpChg chg="add mod">
          <ac:chgData name="임영훈(Younghoon Lim)" userId="8959b736-84ed-493c-affc-ae72e88935ee" providerId="ADAL" clId="{21BFF278-EB35-42CC-A462-CC0A61AF7793}" dt="2026-08-24T07:46:33.712" v="1025" actId="1076"/>
          <ac:grpSpMkLst>
            <pc:docMk/>
            <pc:sldMk cId="2698190607" sldId="312"/>
            <ac:grpSpMk id="5" creationId="{43FDDEF2-6E24-F80F-6EE2-4F95D207B47B}"/>
          </ac:grpSpMkLst>
        </pc:grpChg>
        <pc:graphicFrameChg chg="add mod modGraphic">
          <ac:chgData name="임영훈(Younghoon Lim)" userId="8959b736-84ed-493c-affc-ae72e88935ee" providerId="ADAL" clId="{21BFF278-EB35-42CC-A462-CC0A61AF7793}" dt="2026-08-24T09:39:31.767" v="1354" actId="2165"/>
          <ac:graphicFrameMkLst>
            <pc:docMk/>
            <pc:sldMk cId="2698190607" sldId="312"/>
            <ac:graphicFrameMk id="3" creationId="{7228C3E6-C62C-D39F-48F1-AB7115BB56BD}"/>
          </ac:graphicFrameMkLst>
        </pc:graphicFrameChg>
        <pc:graphicFrameChg chg="add mod modGraphic">
          <ac:chgData name="임영훈(Younghoon Lim)" userId="8959b736-84ed-493c-affc-ae72e88935ee" providerId="ADAL" clId="{21BFF278-EB35-42CC-A462-CC0A61AF7793}" dt="2026-08-24T09:39:34.862" v="1357" actId="20577"/>
          <ac:graphicFrameMkLst>
            <pc:docMk/>
            <pc:sldMk cId="2698190607" sldId="312"/>
            <ac:graphicFrameMk id="4" creationId="{1846585C-3BFF-EC82-8D01-886356255624}"/>
          </ac:graphicFrameMkLst>
        </pc:graphicFrameChg>
        <pc:picChg chg="mod">
          <ac:chgData name="임영훈(Younghoon Lim)" userId="8959b736-84ed-493c-affc-ae72e88935ee" providerId="ADAL" clId="{21BFF278-EB35-42CC-A462-CC0A61AF7793}" dt="2026-08-24T07:46:33.712" v="1025" actId="1076"/>
          <ac:picMkLst>
            <pc:docMk/>
            <pc:sldMk cId="2698190607" sldId="312"/>
            <ac:picMk id="8" creationId="{F1C3798C-96B5-CB48-DB82-90907C730A20}"/>
          </ac:picMkLst>
        </pc:picChg>
      </pc:sldChg>
      <pc:sldChg chg="addSp delSp modSp mod">
        <pc:chgData name="임영훈(Younghoon Lim)" userId="8959b736-84ed-493c-affc-ae72e88935ee" providerId="ADAL" clId="{21BFF278-EB35-42CC-A462-CC0A61AF7793}" dt="2026-08-24T08:21:47.008" v="1035" actId="1076"/>
        <pc:sldMkLst>
          <pc:docMk/>
          <pc:sldMk cId="2897856485" sldId="320"/>
        </pc:sldMkLst>
        <pc:spChg chg="mod">
          <ac:chgData name="임영훈(Younghoon Lim)" userId="8959b736-84ed-493c-affc-ae72e88935ee" providerId="ADAL" clId="{21BFF278-EB35-42CC-A462-CC0A61AF7793}" dt="2026-08-21T06:53:05.082" v="846" actId="2711"/>
          <ac:spMkLst>
            <pc:docMk/>
            <pc:sldMk cId="2897856485" sldId="320"/>
            <ac:spMk id="2" creationId="{18760B45-03E1-0F61-B44B-1FD14375A98C}"/>
          </ac:spMkLst>
        </pc:spChg>
        <pc:spChg chg="mod topLvl">
          <ac:chgData name="임영훈(Younghoon Lim)" userId="8959b736-84ed-493c-affc-ae72e88935ee" providerId="ADAL" clId="{21BFF278-EB35-42CC-A462-CC0A61AF7793}" dt="2026-08-21T05:52:09.807" v="810" actId="1076"/>
          <ac:spMkLst>
            <pc:docMk/>
            <pc:sldMk cId="2897856485" sldId="320"/>
            <ac:spMk id="12" creationId="{36E072E1-5C5D-276A-7375-0C59B624FC96}"/>
          </ac:spMkLst>
        </pc:spChg>
        <pc:grpChg chg="add mod">
          <ac:chgData name="임영훈(Younghoon Lim)" userId="8959b736-84ed-493c-affc-ae72e88935ee" providerId="ADAL" clId="{21BFF278-EB35-42CC-A462-CC0A61AF7793}" dt="2026-08-21T05:52:09.807" v="810" actId="1076"/>
          <ac:grpSpMkLst>
            <pc:docMk/>
            <pc:sldMk cId="2897856485" sldId="320"/>
            <ac:grpSpMk id="5" creationId="{87D91CD4-4930-B7F5-0D9E-6796CA606FA7}"/>
          </ac:grpSpMkLst>
        </pc:grpChg>
        <pc:picChg chg="add mod">
          <ac:chgData name="임영훈(Younghoon Lim)" userId="8959b736-84ed-493c-affc-ae72e88935ee" providerId="ADAL" clId="{21BFF278-EB35-42CC-A462-CC0A61AF7793}" dt="2026-08-24T08:21:47.008" v="1035" actId="1076"/>
          <ac:picMkLst>
            <pc:docMk/>
            <pc:sldMk cId="2897856485" sldId="320"/>
            <ac:picMk id="4" creationId="{B8ADCD8F-573F-89E4-F4C3-790A983D54EE}"/>
          </ac:picMkLst>
        </pc:picChg>
        <pc:picChg chg="add del mod">
          <ac:chgData name="임영훈(Younghoon Lim)" userId="8959b736-84ed-493c-affc-ae72e88935ee" providerId="ADAL" clId="{21BFF278-EB35-42CC-A462-CC0A61AF7793}" dt="2026-08-24T08:07:17.750" v="1030" actId="478"/>
          <ac:picMkLst>
            <pc:docMk/>
            <pc:sldMk cId="2897856485" sldId="320"/>
            <ac:picMk id="7" creationId="{95CB345D-3046-C92D-24EC-18DD409AFE14}"/>
          </ac:picMkLst>
        </pc:picChg>
        <pc:picChg chg="mod topLvl">
          <ac:chgData name="임영훈(Younghoon Lim)" userId="8959b736-84ed-493c-affc-ae72e88935ee" providerId="ADAL" clId="{21BFF278-EB35-42CC-A462-CC0A61AF7793}" dt="2026-08-21T05:52:09.807" v="810" actId="1076"/>
          <ac:picMkLst>
            <pc:docMk/>
            <pc:sldMk cId="2897856485" sldId="320"/>
            <ac:picMk id="2052" creationId="{1FD4C4D0-00F9-17EB-519A-303760E0F852}"/>
          </ac:picMkLst>
        </pc:picChg>
      </pc:sldChg>
      <pc:sldChg chg="addSp delSp modSp add mod">
        <pc:chgData name="임영훈(Younghoon Lim)" userId="8959b736-84ed-493c-affc-ae72e88935ee" providerId="ADAL" clId="{21BFF278-EB35-42CC-A462-CC0A61AF7793}" dt="2026-08-25T00:48:14.549" v="1519" actId="1037"/>
        <pc:sldMkLst>
          <pc:docMk/>
          <pc:sldMk cId="2060673577" sldId="321"/>
        </pc:sldMkLst>
        <pc:spChg chg="mod">
          <ac:chgData name="임영훈(Younghoon Lim)" userId="8959b736-84ed-493c-affc-ae72e88935ee" providerId="ADAL" clId="{21BFF278-EB35-42CC-A462-CC0A61AF7793}" dt="2026-08-21T06:53:59.803" v="855" actId="207"/>
          <ac:spMkLst>
            <pc:docMk/>
            <pc:sldMk cId="2060673577" sldId="321"/>
            <ac:spMk id="2" creationId="{00000000-0000-0000-0000-000000000000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10" creationId="{8AF08C36-BBF3-083E-D13F-958172FF3C06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11" creationId="{BAAD322B-F7D1-66F0-CCAA-93BA20EA3B02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15" creationId="{D04DD00F-00D6-B7EE-898F-C5AB0F9243B1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19" creationId="{8234F45D-C030-2288-C3F2-C5152AF524F4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21" creationId="{1DE6F1D2-2B0F-0D4C-45B6-EF63B1E3C3FC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22" creationId="{46AB965D-449A-35B8-1110-756D8C46F61B}"/>
          </ac:spMkLst>
        </pc:spChg>
        <pc:spChg chg="add del mod">
          <ac:chgData name="임영훈(Younghoon Lim)" userId="8959b736-84ed-493c-affc-ae72e88935ee" providerId="ADAL" clId="{21BFF278-EB35-42CC-A462-CC0A61AF7793}" dt="2026-08-24T09:32:49.117" v="1256" actId="21"/>
          <ac:spMkLst>
            <pc:docMk/>
            <pc:sldMk cId="2060673577" sldId="321"/>
            <ac:spMk id="25" creationId="{51FFCBAC-8671-A798-F1E9-8F989A4815AE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26" creationId="{242E740B-219B-CC73-F741-3C809FB3E870}"/>
          </ac:spMkLst>
        </pc:spChg>
        <pc:spChg chg="mod">
          <ac:chgData name="임영훈(Younghoon Lim)" userId="8959b736-84ed-493c-affc-ae72e88935ee" providerId="ADAL" clId="{21BFF278-EB35-42CC-A462-CC0A61AF7793}" dt="2026-08-24T09:33:48.067" v="1286" actId="14100"/>
          <ac:spMkLst>
            <pc:docMk/>
            <pc:sldMk cId="2060673577" sldId="321"/>
            <ac:spMk id="26" creationId="{B56EAFDF-AD06-A698-E292-AB9DC10868E8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29" creationId="{9A1A341E-5A39-7F72-4A75-664BB9E7D379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31" creationId="{007C1312-8C6A-BBAC-328C-E79D22AD90FF}"/>
          </ac:spMkLst>
        </pc:spChg>
        <pc:spChg chg="mod">
          <ac:chgData name="임영훈(Younghoon Lim)" userId="8959b736-84ed-493c-affc-ae72e88935ee" providerId="ADAL" clId="{21BFF278-EB35-42CC-A462-CC0A61AF7793}" dt="2026-08-24T09:32:56.802" v="1257" actId="14100"/>
          <ac:spMkLst>
            <pc:docMk/>
            <pc:sldMk cId="2060673577" sldId="321"/>
            <ac:spMk id="32" creationId="{5EF93848-BC9E-804D-E23D-235E0623A1B0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33" creationId="{70F9C98D-0357-2491-46F4-88D114330CDD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35" creationId="{F3CB0200-7641-EB28-2DED-5F94400034FB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38" creationId="{3F3EACC3-09CF-4A13-2289-01FE6D8484BE}"/>
          </ac:spMkLst>
        </pc:spChg>
        <pc:spChg chg="mod">
          <ac:chgData name="임영훈(Younghoon Lim)" userId="8959b736-84ed-493c-affc-ae72e88935ee" providerId="ADAL" clId="{21BFF278-EB35-42CC-A462-CC0A61AF7793}" dt="2026-08-25T00:48:10.969" v="1515" actId="554"/>
          <ac:spMkLst>
            <pc:docMk/>
            <pc:sldMk cId="2060673577" sldId="321"/>
            <ac:spMk id="38" creationId="{7462F0C0-D41F-DAD4-FC36-818658D61693}"/>
          </ac:spMkLst>
        </pc:spChg>
        <pc:spChg chg="add mod">
          <ac:chgData name="임영훈(Younghoon Lim)" userId="8959b736-84ed-493c-affc-ae72e88935ee" providerId="ADAL" clId="{21BFF278-EB35-42CC-A462-CC0A61AF7793}" dt="2026-08-25T00:48:10.969" v="1515" actId="554"/>
          <ac:spMkLst>
            <pc:docMk/>
            <pc:sldMk cId="2060673577" sldId="321"/>
            <ac:spMk id="40" creationId="{3795D6DD-F4B0-363E-DF10-205D134B7995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46" creationId="{BF6400E4-E2EB-DCFA-FF55-764B022956A1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47" creationId="{75917FEB-79C3-3FCD-187D-8ECCBC7AB1E0}"/>
          </ac:spMkLst>
        </pc:spChg>
        <pc:spChg chg="add mod">
          <ac:chgData name="임영훈(Younghoon Lim)" userId="8959b736-84ed-493c-affc-ae72e88935ee" providerId="ADAL" clId="{21BFF278-EB35-42CC-A462-CC0A61AF7793}" dt="2026-08-24T09:32:38.787" v="1255"/>
          <ac:spMkLst>
            <pc:docMk/>
            <pc:sldMk cId="2060673577" sldId="321"/>
            <ac:spMk id="49" creationId="{38A38EDE-CB8A-3006-69EF-9D530F90B25A}"/>
          </ac:spMkLst>
        </pc:spChg>
        <pc:spChg chg="mod">
          <ac:chgData name="임영훈(Younghoon Lim)" userId="8959b736-84ed-493c-affc-ae72e88935ee" providerId="ADAL" clId="{21BFF278-EB35-42CC-A462-CC0A61AF7793}" dt="2026-08-25T00:48:10.969" v="1515" actId="554"/>
          <ac:spMkLst>
            <pc:docMk/>
            <pc:sldMk cId="2060673577" sldId="321"/>
            <ac:spMk id="50" creationId="{0F59A6A4-1409-FF05-2E86-8ADAED4E2684}"/>
          </ac:spMkLst>
        </pc:spChg>
        <pc:spChg chg="mod">
          <ac:chgData name="임영훈(Younghoon Lim)" userId="8959b736-84ed-493c-affc-ae72e88935ee" providerId="ADAL" clId="{21BFF278-EB35-42CC-A462-CC0A61AF7793}" dt="2026-08-25T00:48:10.969" v="1515" actId="554"/>
          <ac:spMkLst>
            <pc:docMk/>
            <pc:sldMk cId="2060673577" sldId="321"/>
            <ac:spMk id="53" creationId="{AF815944-BA32-6B1F-BC8A-EB40D7F721DA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54" creationId="{822AE186-A91A-FC48-C018-FE73B33A7D28}"/>
          </ac:spMkLst>
        </pc:spChg>
        <pc:spChg chg="mod">
          <ac:chgData name="임영훈(Younghoon Lim)" userId="8959b736-84ed-493c-affc-ae72e88935ee" providerId="ADAL" clId="{21BFF278-EB35-42CC-A462-CC0A61AF7793}" dt="2026-08-25T00:48:10.969" v="1515" actId="554"/>
          <ac:spMkLst>
            <pc:docMk/>
            <pc:sldMk cId="2060673577" sldId="321"/>
            <ac:spMk id="54" creationId="{97F4876E-00C1-2A7C-2889-98C3DC1B410F}"/>
          </ac:spMkLst>
        </pc:spChg>
        <pc:spChg chg="mod">
          <ac:chgData name="임영훈(Younghoon Lim)" userId="8959b736-84ed-493c-affc-ae72e88935ee" providerId="ADAL" clId="{21BFF278-EB35-42CC-A462-CC0A61AF7793}" dt="2026-08-21T06:54:01.777" v="856" actId="207"/>
          <ac:spMkLst>
            <pc:docMk/>
            <pc:sldMk cId="2060673577" sldId="321"/>
            <ac:spMk id="56" creationId="{134281FE-4122-ED07-3C54-936BB02CFCFB}"/>
          </ac:spMkLst>
        </pc:spChg>
        <pc:spChg chg="mod">
          <ac:chgData name="임영훈(Younghoon Lim)" userId="8959b736-84ed-493c-affc-ae72e88935ee" providerId="ADAL" clId="{21BFF278-EB35-42CC-A462-CC0A61AF7793}" dt="2026-08-25T00:48:14.549" v="1519" actId="1037"/>
          <ac:spMkLst>
            <pc:docMk/>
            <pc:sldMk cId="2060673577" sldId="321"/>
            <ac:spMk id="59" creationId="{0D22EC00-2F35-E5C2-8FC0-6C0B53783435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61" creationId="{838665F8-4EBA-ECB7-04FD-C3CF22E74249}"/>
          </ac:spMkLst>
        </pc:spChg>
        <pc:spChg chg="mod">
          <ac:chgData name="임영훈(Younghoon Lim)" userId="8959b736-84ed-493c-affc-ae72e88935ee" providerId="ADAL" clId="{21BFF278-EB35-42CC-A462-CC0A61AF7793}" dt="2026-08-24T09:33:07.656" v="1260" actId="14100"/>
          <ac:spMkLst>
            <pc:docMk/>
            <pc:sldMk cId="2060673577" sldId="321"/>
            <ac:spMk id="66" creationId="{B13024F3-5BB9-CDEA-B4A2-DB2F58D02ED6}"/>
          </ac:spMkLst>
        </pc:spChg>
        <pc:spChg chg="del">
          <ac:chgData name="임영훈(Younghoon Lim)" userId="8959b736-84ed-493c-affc-ae72e88935ee" providerId="ADAL" clId="{21BFF278-EB35-42CC-A462-CC0A61AF7793}" dt="2026-08-24T03:40:16.040" v="871" actId="478"/>
          <ac:spMkLst>
            <pc:docMk/>
            <pc:sldMk cId="2060673577" sldId="321"/>
            <ac:spMk id="67" creationId="{E6A9A452-DE39-717A-CF67-E7289A5DDB7A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70" creationId="{B657A389-BED5-0CBE-8E42-D9E4669BAFA6}"/>
          </ac:spMkLst>
        </pc:spChg>
        <pc:spChg chg="mod">
          <ac:chgData name="임영훈(Younghoon Lim)" userId="8959b736-84ed-493c-affc-ae72e88935ee" providerId="ADAL" clId="{21BFF278-EB35-42CC-A462-CC0A61AF7793}" dt="2026-08-24T09:34:04.278" v="1290" actId="1038"/>
          <ac:spMkLst>
            <pc:docMk/>
            <pc:sldMk cId="2060673577" sldId="321"/>
            <ac:spMk id="72" creationId="{44C53F4A-E8CB-ACEE-B4FA-0767786D44AF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74" creationId="{33BD526F-2CA3-0EF1-6D70-B25DE96A174C}"/>
          </ac:spMkLst>
        </pc:spChg>
        <pc:spChg chg="add del mod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76" creationId="{2F34C75A-0B17-1327-0A50-7111EE3380B2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77" creationId="{ACBD69BB-6E73-C53B-1178-95D1D6B26E6D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78" creationId="{36F9975A-E20F-99E6-103E-47F77E320BA8}"/>
          </ac:spMkLst>
        </pc:spChg>
        <pc:spChg chg="mod">
          <ac:chgData name="임영훈(Younghoon Lim)" userId="8959b736-84ed-493c-affc-ae72e88935ee" providerId="ADAL" clId="{21BFF278-EB35-42CC-A462-CC0A61AF7793}" dt="2026-08-24T09:32:05.792" v="1253" actId="1076"/>
          <ac:spMkLst>
            <pc:docMk/>
            <pc:sldMk cId="2060673577" sldId="321"/>
            <ac:spMk id="80" creationId="{98907933-C147-B4E5-41C7-1A676FB2AD0E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81" creationId="{47233862-9168-17B4-5936-BBBD58366AA6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85" creationId="{8B9FA2A2-D818-E91C-CFA2-FDBC7E62285A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86" creationId="{9197436B-9206-DAEE-1CC9-35AF6A1BBE2E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89" creationId="{51D7CAEF-5DA3-C5EB-4E54-A067D1EC103D}"/>
          </ac:spMkLst>
        </pc:spChg>
        <pc:spChg chg="mod">
          <ac:chgData name="임영훈(Younghoon Lim)" userId="8959b736-84ed-493c-affc-ae72e88935ee" providerId="ADAL" clId="{21BFF278-EB35-42CC-A462-CC0A61AF7793}" dt="2026-08-24T07:47:39.314" v="1029" actId="6549"/>
          <ac:spMkLst>
            <pc:docMk/>
            <pc:sldMk cId="2060673577" sldId="321"/>
            <ac:spMk id="90" creationId="{A614683D-B5B9-4D11-2727-78F04F8AFD9D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95" creationId="{062FBB14-BA03-DA08-9189-48B1FB192651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96" creationId="{D71342FC-2827-9156-DBA5-618E18C57AC0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100" creationId="{5A79235F-914E-1C77-D164-C7B9B42E0D41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102" creationId="{E0C36E27-F4E5-9743-53A2-4D27A305BF02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105" creationId="{683993F3-4D2B-689A-D3A6-C2152F36DBC7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106" creationId="{65E482A1-7A3F-534C-5FB9-283D66A06774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108" creationId="{0E8DDB9D-C774-2926-FC06-A8133983325B}"/>
          </ac:spMkLst>
        </pc:spChg>
        <pc:spChg chg="add mod">
          <ac:chgData name="임영훈(Younghoon Lim)" userId="8959b736-84ed-493c-affc-ae72e88935ee" providerId="ADAL" clId="{21BFF278-EB35-42CC-A462-CC0A61AF7793}" dt="2026-08-24T03:40:21.571" v="872"/>
          <ac:spMkLst>
            <pc:docMk/>
            <pc:sldMk cId="2060673577" sldId="321"/>
            <ac:spMk id="113" creationId="{DF567492-FFD5-0349-11B7-D6408F12C7B6}"/>
          </ac:spMkLst>
        </pc:spChg>
        <pc:spChg chg="del">
          <ac:chgData name="임영훈(Younghoon Lim)" userId="8959b736-84ed-493c-affc-ae72e88935ee" providerId="ADAL" clId="{21BFF278-EB35-42CC-A462-CC0A61AF7793}" dt="2026-08-24T09:32:34.535" v="1254" actId="478"/>
          <ac:spMkLst>
            <pc:docMk/>
            <pc:sldMk cId="2060673577" sldId="321"/>
            <ac:spMk id="114" creationId="{1E4B44CA-D4AB-0AA5-E059-CC0429EB2475}"/>
          </ac:spMkLst>
        </pc:spChg>
        <pc:spChg chg="add mod">
          <ac:chgData name="임영훈(Younghoon Lim)" userId="8959b736-84ed-493c-affc-ae72e88935ee" providerId="ADAL" clId="{21BFF278-EB35-42CC-A462-CC0A61AF7793}" dt="2026-08-24T09:33:00.840" v="1259" actId="14100"/>
          <ac:spMkLst>
            <pc:docMk/>
            <pc:sldMk cId="2060673577" sldId="321"/>
            <ac:spMk id="121" creationId="{50851335-87E1-A603-016D-61C0641895FE}"/>
          </ac:spMkLst>
        </pc:spChg>
      </pc:sldChg>
      <pc:sldChg chg="addSp delSp modSp add mod">
        <pc:chgData name="임영훈(Younghoon Lim)" userId="8959b736-84ed-493c-affc-ae72e88935ee" providerId="ADAL" clId="{21BFF278-EB35-42CC-A462-CC0A61AF7793}" dt="2026-08-24T07:29:03.591" v="893" actId="22"/>
        <pc:sldMkLst>
          <pc:docMk/>
          <pc:sldMk cId="833508584" sldId="439"/>
        </pc:sldMkLst>
        <pc:spChg chg="mod">
          <ac:chgData name="임영훈(Younghoon Lim)" userId="8959b736-84ed-493c-affc-ae72e88935ee" providerId="ADAL" clId="{21BFF278-EB35-42CC-A462-CC0A61AF7793}" dt="2026-08-24T03:41:18.066" v="887" actId="20577"/>
          <ac:spMkLst>
            <pc:docMk/>
            <pc:sldMk cId="833508584" sldId="439"/>
            <ac:spMk id="2" creationId="{4AE03613-7BCF-A59A-41D5-B37445DDEC79}"/>
          </ac:spMkLst>
        </pc:spChg>
        <pc:spChg chg="add mod">
          <ac:chgData name="임영훈(Younghoon Lim)" userId="8959b736-84ed-493c-affc-ae72e88935ee" providerId="ADAL" clId="{21BFF278-EB35-42CC-A462-CC0A61AF7793}" dt="2026-08-21T06:53:52.497" v="852" actId="207"/>
          <ac:spMkLst>
            <pc:docMk/>
            <pc:sldMk cId="833508584" sldId="439"/>
            <ac:spMk id="3" creationId="{4C53A3BD-8D98-2DB6-2D73-104FBE66EEA7}"/>
          </ac:spMkLst>
        </pc:spChg>
        <pc:graphicFrameChg chg="add del">
          <ac:chgData name="임영훈(Younghoon Lim)" userId="8959b736-84ed-493c-affc-ae72e88935ee" providerId="ADAL" clId="{21BFF278-EB35-42CC-A462-CC0A61AF7793}" dt="2026-08-24T07:29:03.352" v="892" actId="478"/>
          <ac:graphicFrameMkLst>
            <pc:docMk/>
            <pc:sldMk cId="833508584" sldId="439"/>
            <ac:graphicFrameMk id="5" creationId="{450F815E-407E-EDB0-A23C-A170A92EE589}"/>
          </ac:graphicFrameMkLst>
        </pc:graphicFrameChg>
        <pc:graphicFrameChg chg="add">
          <ac:chgData name="임영훈(Younghoon Lim)" userId="8959b736-84ed-493c-affc-ae72e88935ee" providerId="ADAL" clId="{21BFF278-EB35-42CC-A462-CC0A61AF7793}" dt="2026-08-24T07:29:03.591" v="893" actId="22"/>
          <ac:graphicFrameMkLst>
            <pc:docMk/>
            <pc:sldMk cId="833508584" sldId="439"/>
            <ac:graphicFrameMk id="6" creationId="{0029CEBA-FEF7-C8B0-28CC-E57627C3696E}"/>
          </ac:graphicFrameMkLst>
        </pc:graphicFrameChg>
        <pc:graphicFrameChg chg="del">
          <ac:chgData name="임영훈(Younghoon Lim)" userId="8959b736-84ed-493c-affc-ae72e88935ee" providerId="ADAL" clId="{21BFF278-EB35-42CC-A462-CC0A61AF7793}" dt="2026-08-24T03:40:58.712" v="875" actId="478"/>
          <ac:graphicFrameMkLst>
            <pc:docMk/>
            <pc:sldMk cId="833508584" sldId="439"/>
            <ac:graphicFrameMk id="6" creationId="{D19DA8B1-42A3-C5BA-92B5-2B3CAD2C247D}"/>
          </ac:graphicFrameMkLst>
        </pc:graphicFrameChg>
      </pc:sldChg>
      <pc:sldChg chg="modSp add mod">
        <pc:chgData name="임영훈(Younghoon Lim)" userId="8959b736-84ed-493c-affc-ae72e88935ee" providerId="ADAL" clId="{21BFF278-EB35-42CC-A462-CC0A61AF7793}" dt="2026-08-24T09:31:44.624" v="1252" actId="1038"/>
        <pc:sldMkLst>
          <pc:docMk/>
          <pc:sldMk cId="1881163970" sldId="446"/>
        </pc:sldMkLst>
        <pc:spChg chg="mod">
          <ac:chgData name="임영훈(Younghoon Lim)" userId="8959b736-84ed-493c-affc-ae72e88935ee" providerId="ADAL" clId="{21BFF278-EB35-42CC-A462-CC0A61AF7793}" dt="2026-08-21T06:54:03.768" v="857" actId="207"/>
          <ac:spMkLst>
            <pc:docMk/>
            <pc:sldMk cId="1881163970" sldId="446"/>
            <ac:spMk id="2" creationId="{F15009C1-7822-0171-7A6F-7F1F3A8962C7}"/>
          </ac:spMkLst>
        </pc:spChg>
        <pc:spChg chg="mod">
          <ac:chgData name="임영훈(Younghoon Lim)" userId="8959b736-84ed-493c-affc-ae72e88935ee" providerId="ADAL" clId="{21BFF278-EB35-42CC-A462-CC0A61AF7793}" dt="2026-08-24T09:31:44.624" v="1252" actId="1038"/>
          <ac:spMkLst>
            <pc:docMk/>
            <pc:sldMk cId="1881163970" sldId="446"/>
            <ac:spMk id="10" creationId="{DCDBE20F-EAB3-F941-4A0F-BAA6F361841E}"/>
          </ac:spMkLst>
        </pc:spChg>
      </pc:sldChg>
      <pc:sldChg chg="modSp add mod">
        <pc:chgData name="임영훈(Younghoon Lim)" userId="8959b736-84ed-493c-affc-ae72e88935ee" providerId="ADAL" clId="{21BFF278-EB35-42CC-A462-CC0A61AF7793}" dt="2026-08-21T06:54:07.171" v="859" actId="207"/>
        <pc:sldMkLst>
          <pc:docMk/>
          <pc:sldMk cId="547795169" sldId="447"/>
        </pc:sldMkLst>
        <pc:spChg chg="mod">
          <ac:chgData name="임영훈(Younghoon Lim)" userId="8959b736-84ed-493c-affc-ae72e88935ee" providerId="ADAL" clId="{21BFF278-EB35-42CC-A462-CC0A61AF7793}" dt="2026-08-21T06:54:05.720" v="858" actId="207"/>
          <ac:spMkLst>
            <pc:docMk/>
            <pc:sldMk cId="547795169" sldId="447"/>
            <ac:spMk id="2" creationId="{0B1B4E80-5BCE-DF4B-23BE-EC73459D28D5}"/>
          </ac:spMkLst>
        </pc:spChg>
        <pc:spChg chg="mod">
          <ac:chgData name="임영훈(Younghoon Lim)" userId="8959b736-84ed-493c-affc-ae72e88935ee" providerId="ADAL" clId="{21BFF278-EB35-42CC-A462-CC0A61AF7793}" dt="2026-08-21T06:54:07.171" v="859" actId="207"/>
          <ac:spMkLst>
            <pc:docMk/>
            <pc:sldMk cId="547795169" sldId="447"/>
            <ac:spMk id="56" creationId="{9B08A75E-27F7-8729-9801-728F2BD43198}"/>
          </ac:spMkLst>
        </pc:spChg>
      </pc:sldChg>
      <pc:sldChg chg="addSp delSp modSp add mod">
        <pc:chgData name="임영훈(Younghoon Lim)" userId="8959b736-84ed-493c-affc-ae72e88935ee" providerId="ADAL" clId="{21BFF278-EB35-42CC-A462-CC0A61AF7793}" dt="2026-08-25T00:47:41.003" v="1510" actId="948"/>
        <pc:sldMkLst>
          <pc:docMk/>
          <pc:sldMk cId="2041659344" sldId="448"/>
        </pc:sldMkLst>
        <pc:spChg chg="mod">
          <ac:chgData name="임영훈(Younghoon Lim)" userId="8959b736-84ed-493c-affc-ae72e88935ee" providerId="ADAL" clId="{21BFF278-EB35-42CC-A462-CC0A61AF7793}" dt="2026-08-24T03:41:21.361" v="889" actId="20577"/>
          <ac:spMkLst>
            <pc:docMk/>
            <pc:sldMk cId="2041659344" sldId="448"/>
            <ac:spMk id="2" creationId="{C0C82DE1-D02D-4585-9532-6F8CBFE3D115}"/>
          </ac:spMkLst>
        </pc:spChg>
        <pc:spChg chg="add mod">
          <ac:chgData name="임영훈(Younghoon Lim)" userId="8959b736-84ed-493c-affc-ae72e88935ee" providerId="ADAL" clId="{21BFF278-EB35-42CC-A462-CC0A61AF7793}" dt="2026-08-21T06:53:49.454" v="850" actId="207"/>
          <ac:spMkLst>
            <pc:docMk/>
            <pc:sldMk cId="2041659344" sldId="448"/>
            <ac:spMk id="5" creationId="{6EFED206-87BB-9D1A-4B1A-B700ECDC468B}"/>
          </ac:spMkLst>
        </pc:spChg>
        <pc:graphicFrameChg chg="add del">
          <ac:chgData name="임영훈(Younghoon Lim)" userId="8959b736-84ed-493c-affc-ae72e88935ee" providerId="ADAL" clId="{21BFF278-EB35-42CC-A462-CC0A61AF7793}" dt="2026-08-24T07:28:35.050" v="890" actId="478"/>
          <ac:graphicFrameMkLst>
            <pc:docMk/>
            <pc:sldMk cId="2041659344" sldId="448"/>
            <ac:graphicFrameMk id="4" creationId="{2A86D8B4-5EB8-E1AC-7722-A76E197B6DF6}"/>
          </ac:graphicFrameMkLst>
        </pc:graphicFrameChg>
        <pc:graphicFrameChg chg="add modGraphic">
          <ac:chgData name="임영훈(Younghoon Lim)" userId="8959b736-84ed-493c-affc-ae72e88935ee" providerId="ADAL" clId="{21BFF278-EB35-42CC-A462-CC0A61AF7793}" dt="2026-08-25T00:47:41.003" v="1510" actId="948"/>
          <ac:graphicFrameMkLst>
            <pc:docMk/>
            <pc:sldMk cId="2041659344" sldId="448"/>
            <ac:graphicFrameMk id="6" creationId="{FB79252C-E2CC-E078-5ABF-67FD53CCF2DF}"/>
          </ac:graphicFrameMkLst>
        </pc:graphicFrameChg>
        <pc:graphicFrameChg chg="del">
          <ac:chgData name="임영훈(Younghoon Lim)" userId="8959b736-84ed-493c-affc-ae72e88935ee" providerId="ADAL" clId="{21BFF278-EB35-42CC-A462-CC0A61AF7793}" dt="2026-08-24T03:40:40.612" v="873" actId="478"/>
          <ac:graphicFrameMkLst>
            <pc:docMk/>
            <pc:sldMk cId="2041659344" sldId="448"/>
            <ac:graphicFrameMk id="10" creationId="{F4456787-E1E3-2274-E788-C69F25823C4B}"/>
          </ac:graphicFrameMkLst>
        </pc:graphicFrameChg>
      </pc:sldChg>
      <pc:sldChg chg="addSp delSp modSp new mod">
        <pc:chgData name="임영훈(Younghoon Lim)" userId="8959b736-84ed-493c-affc-ae72e88935ee" providerId="ADAL" clId="{21BFF278-EB35-42CC-A462-CC0A61AF7793}" dt="2026-08-21T08:23:58.621" v="870" actId="1076"/>
        <pc:sldMkLst>
          <pc:docMk/>
          <pc:sldMk cId="1757942748" sldId="449"/>
        </pc:sldMkLst>
        <pc:spChg chg="mod">
          <ac:chgData name="임영훈(Younghoon Lim)" userId="8959b736-84ed-493c-affc-ae72e88935ee" providerId="ADAL" clId="{21BFF278-EB35-42CC-A462-CC0A61AF7793}" dt="2026-08-21T06:53:54.111" v="853" actId="207"/>
          <ac:spMkLst>
            <pc:docMk/>
            <pc:sldMk cId="1757942748" sldId="449"/>
            <ac:spMk id="2" creationId="{672F5C1D-2CDA-7C8D-C19E-D9C253603156}"/>
          </ac:spMkLst>
        </pc:spChg>
        <pc:spChg chg="mod">
          <ac:chgData name="임영훈(Younghoon Lim)" userId="8959b736-84ed-493c-affc-ae72e88935ee" providerId="ADAL" clId="{21BFF278-EB35-42CC-A462-CC0A61AF7793}" dt="2026-08-21T06:53:56.095" v="854" actId="207"/>
          <ac:spMkLst>
            <pc:docMk/>
            <pc:sldMk cId="1757942748" sldId="449"/>
            <ac:spMk id="4" creationId="{F88CC3B0-DF9C-FB9C-6D72-FFBE8F048CD8}"/>
          </ac:spMkLst>
        </pc:spChg>
        <pc:spChg chg="mod">
          <ac:chgData name="임영훈(Younghoon Lim)" userId="8959b736-84ed-493c-affc-ae72e88935ee" providerId="ADAL" clId="{21BFF278-EB35-42CC-A462-CC0A61AF7793}" dt="2026-08-21T08:23:58.621" v="870" actId="1076"/>
          <ac:spMkLst>
            <pc:docMk/>
            <pc:sldMk cId="1757942748" sldId="449"/>
            <ac:spMk id="5" creationId="{52CE6917-1DE5-FAEA-12B8-634EB44635B2}"/>
          </ac:spMkLst>
        </pc:spChg>
      </pc:sldChg>
      <pc:sldChg chg="addSp delSp modSp add mod">
        <pc:chgData name="임영훈(Younghoon Lim)" userId="8959b736-84ed-493c-affc-ae72e88935ee" providerId="ADAL" clId="{21BFF278-EB35-42CC-A462-CC0A61AF7793}" dt="2026-08-24T07:29:12.717" v="895" actId="22"/>
        <pc:sldMkLst>
          <pc:docMk/>
          <pc:sldMk cId="4254581600" sldId="450"/>
        </pc:sldMkLst>
        <pc:spChg chg="mod">
          <ac:chgData name="임영훈(Younghoon Lim)" userId="8959b736-84ed-493c-affc-ae72e88935ee" providerId="ADAL" clId="{21BFF278-EB35-42CC-A462-CC0A61AF7793}" dt="2026-08-24T03:41:15.013" v="885" actId="20577"/>
          <ac:spMkLst>
            <pc:docMk/>
            <pc:sldMk cId="4254581600" sldId="450"/>
            <ac:spMk id="2" creationId="{84E1B664-899C-7F7A-580C-21E2713FBCAF}"/>
          </ac:spMkLst>
        </pc:spChg>
        <pc:graphicFrameChg chg="del">
          <ac:chgData name="임영훈(Younghoon Lim)" userId="8959b736-84ed-493c-affc-ae72e88935ee" providerId="ADAL" clId="{21BFF278-EB35-42CC-A462-CC0A61AF7793}" dt="2026-08-24T03:41:08.277" v="878" actId="478"/>
          <ac:graphicFrameMkLst>
            <pc:docMk/>
            <pc:sldMk cId="4254581600" sldId="450"/>
            <ac:graphicFrameMk id="5" creationId="{683B9A37-9D08-D058-A687-4F8437BBB294}"/>
          </ac:graphicFrameMkLst>
        </pc:graphicFrameChg>
        <pc:graphicFrameChg chg="add">
          <ac:chgData name="임영훈(Younghoon Lim)" userId="8959b736-84ed-493c-affc-ae72e88935ee" providerId="ADAL" clId="{21BFF278-EB35-42CC-A462-CC0A61AF7793}" dt="2026-08-24T07:29:12.717" v="895" actId="22"/>
          <ac:graphicFrameMkLst>
            <pc:docMk/>
            <pc:sldMk cId="4254581600" sldId="450"/>
            <ac:graphicFrameMk id="5" creationId="{A952E6B1-4E0A-AE54-4187-097629737589}"/>
          </ac:graphicFrameMkLst>
        </pc:graphicFrameChg>
        <pc:graphicFrameChg chg="add del">
          <ac:chgData name="임영훈(Younghoon Lim)" userId="8959b736-84ed-493c-affc-ae72e88935ee" providerId="ADAL" clId="{21BFF278-EB35-42CC-A462-CC0A61AF7793}" dt="2026-08-24T07:29:07.710" v="894" actId="478"/>
          <ac:graphicFrameMkLst>
            <pc:docMk/>
            <pc:sldMk cId="4254581600" sldId="450"/>
            <ac:graphicFrameMk id="6" creationId="{4143E35B-AA05-8645-C064-41CA5FF3B4FC}"/>
          </ac:graphicFrameMkLst>
        </pc:graphicFrameChg>
      </pc:sldChg>
      <pc:sldChg chg="delSp modSp mod">
        <pc:chgData name="임영훈(Younghoon Lim)" userId="8959b736-84ed-493c-affc-ae72e88935ee" providerId="ADAL" clId="{21BFF278-EB35-42CC-A462-CC0A61AF7793}" dt="2026-08-24T23:54:11.047" v="1507" actId="113"/>
        <pc:sldMkLst>
          <pc:docMk/>
          <pc:sldMk cId="4146583656" sldId="451"/>
        </pc:sldMkLst>
        <pc:spChg chg="del mod">
          <ac:chgData name="임영훈(Younghoon Lim)" userId="8959b736-84ed-493c-affc-ae72e88935ee" providerId="ADAL" clId="{21BFF278-EB35-42CC-A462-CC0A61AF7793}" dt="2026-08-24T23:52:23.703" v="1359" actId="478"/>
          <ac:spMkLst>
            <pc:docMk/>
            <pc:sldMk cId="4146583656" sldId="451"/>
            <ac:spMk id="10" creationId="{5DD43110-A52E-7780-D285-BB4CB535B70F}"/>
          </ac:spMkLst>
        </pc:spChg>
        <pc:spChg chg="mod">
          <ac:chgData name="임영훈(Younghoon Lim)" userId="8959b736-84ed-493c-affc-ae72e88935ee" providerId="ADAL" clId="{21BFF278-EB35-42CC-A462-CC0A61AF7793}" dt="2026-08-24T23:54:11.047" v="1507" actId="113"/>
          <ac:spMkLst>
            <pc:docMk/>
            <pc:sldMk cId="4146583656" sldId="451"/>
            <ac:spMk id="14" creationId="{8516C027-B140-7064-FE0B-7D6930516500}"/>
          </ac:spMkLst>
        </pc:spChg>
      </pc:sldChg>
      <pc:sldChg chg="modSp">
        <pc:chgData name="임영훈(Younghoon Lim)" userId="8959b736-84ed-493c-affc-ae72e88935ee" providerId="ADAL" clId="{21BFF278-EB35-42CC-A462-CC0A61AF7793}" dt="2026-08-25T00:24:04.825" v="1508"/>
        <pc:sldMkLst>
          <pc:docMk/>
          <pc:sldMk cId="1943366366" sldId="452"/>
        </pc:sldMkLst>
        <pc:graphicFrameChg chg="mod">
          <ac:chgData name="임영훈(Younghoon Lim)" userId="8959b736-84ed-493c-affc-ae72e88935ee" providerId="ADAL" clId="{21BFF278-EB35-42CC-A462-CC0A61AF7793}" dt="2026-08-25T00:24:04.825" v="1508"/>
          <ac:graphicFrameMkLst>
            <pc:docMk/>
            <pc:sldMk cId="1943366366" sldId="452"/>
            <ac:graphicFrameMk id="5" creationId="{4CEFDD0E-1F3A-80BD-D663-4C88A645459F}"/>
          </ac:graphicFrameMkLst>
        </pc:graphicFrameChg>
      </pc:sldChg>
      <pc:sldMasterChg chg="delSldLayout">
        <pc:chgData name="임영훈(Younghoon Lim)" userId="8959b736-84ed-493c-affc-ae72e88935ee" providerId="ADAL" clId="{21BFF278-EB35-42CC-A462-CC0A61AF7793}" dt="2026-08-20T04:55:52.006" v="654" actId="47"/>
        <pc:sldMasterMkLst>
          <pc:docMk/>
          <pc:sldMasterMk cId="3495761246" sldId="2147483654"/>
        </pc:sldMasterMkLst>
      </pc:sldMasterChg>
      <pc:sldMasterChg chg="addSp delSp mod">
        <pc:chgData name="임영훈(Younghoon Lim)" userId="8959b736-84ed-493c-affc-ae72e88935ee" providerId="ADAL" clId="{21BFF278-EB35-42CC-A462-CC0A61AF7793}" dt="2026-08-21T06:53:31.904" v="848" actId="22"/>
        <pc:sldMasterMkLst>
          <pc:docMk/>
          <pc:sldMasterMk cId="83377509" sldId="2147483658"/>
        </pc:sldMasterMkLst>
        <pc:spChg chg="add">
          <ac:chgData name="임영훈(Younghoon Lim)" userId="8959b736-84ed-493c-affc-ae72e88935ee" providerId="ADAL" clId="{21BFF278-EB35-42CC-A462-CC0A61AF7793}" dt="2026-08-21T06:53:31.904" v="848" actId="22"/>
          <ac:spMkLst>
            <pc:docMk/>
            <pc:sldMasterMk cId="83377509" sldId="2147483658"/>
            <ac:spMk id="3" creationId="{4D42C837-8071-7C4E-E5CD-B00F63E58E55}"/>
          </ac:spMkLst>
        </pc:spChg>
      </pc:sldMasterChg>
      <pc:sldMasterChg chg="delSldLayout">
        <pc:chgData name="임영훈(Younghoon Lim)" userId="8959b736-84ed-493c-affc-ae72e88935ee" providerId="ADAL" clId="{21BFF278-EB35-42CC-A462-CC0A61AF7793}" dt="2026-08-21T05:52:19.195" v="811" actId="47"/>
        <pc:sldMasterMkLst>
          <pc:docMk/>
          <pc:sldMasterMk cId="289561459" sldId="2147483662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4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418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F65B3A-5DE1-49DA-AA5B-F07C5750CC91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23900" y="739775"/>
            <a:ext cx="534987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689239"/>
            <a:ext cx="5438775" cy="444293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376899"/>
            <a:ext cx="2946400" cy="4941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376899"/>
            <a:ext cx="2946400" cy="49418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4D4951-15C2-4EC8-9BFE-A8770D39BC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3633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1200" y="744538"/>
            <a:ext cx="537527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3074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13836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57915-9BAD-72B9-4655-953E029E4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4EBD7B-ED2D-91DB-B90F-D4D036DF1F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8EE5A4-2B3E-1292-6F55-C104B48807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1D55A6-6F3F-355E-3962-DF96652B31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14901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B8023-FD89-43FC-E8C7-AAE12563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A95C6F2-0494-63D6-B543-749013956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2A3DC02-31CB-FC98-7A60-4E6402307E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87FBEB-2178-A0B1-E031-904D3B3F5D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1747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6EA01-3750-9B5B-39FB-3D6234397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06A587-9F1D-8FE9-5527-A9CB0E5DBD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A8B130-B692-1F69-3E1C-1BCFCB24B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8E6A9DA-DDBA-A1D5-424F-BB618746D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2019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DD3B2-F76A-032B-F2D7-2A07E48F6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011ECE7-04D2-C5E0-667B-4D69739160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4208BD5-BB10-4864-426B-DEDA0AB966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D8E128-4B5E-80B9-E0E7-458E8A736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662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74A74-A486-2877-7D30-0F591D9C7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50D33F-C393-FEF8-BC66-102DAA32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300784-36E8-68AA-3862-E0B4FD5A4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CEAD4E-1FDA-B158-9F3D-F7DE685178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6016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8A231-2C16-EEA4-848D-79AAA4D9C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202FA2-A527-2786-4F33-ACB7EE3C0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3AB51C-EC36-F18E-1C18-83B140D68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A38BAC-7D58-5C1A-347E-6D6972502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4D4951-15C2-4EC8-9BFE-A8770D39BC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8457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7.xml"/><Relationship Id="rId4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 bwMode="auto">
          <a:xfrm>
            <a:off x="273000" y="2570135"/>
            <a:ext cx="93600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rgbClr val="0C234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78642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273000" y="57089"/>
            <a:ext cx="1038279" cy="318924"/>
          </a:xfrm>
          <a:prstGeom prst="rect">
            <a:avLst/>
          </a:prstGeom>
          <a:noFill/>
        </p:spPr>
        <p:txBody>
          <a:bodyPr wrap="none" lIns="72000" tIns="36000" rIns="72000" bIns="36000" anchor="ctr">
            <a:spAutoFit/>
          </a:bodyPr>
          <a:lstStyle>
            <a:lvl1pPr algn="l" eaLnBrk="1" latinLnBrk="0" hangingPunct="1">
              <a:defRPr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/>
              <a:t>장표 제목</a:t>
            </a:r>
          </a:p>
        </p:txBody>
      </p:sp>
      <p:sp>
        <p:nvSpPr>
          <p:cNvPr id="10" name="텍스트 개체 틀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3000" y="505223"/>
            <a:ext cx="9360000" cy="319738"/>
          </a:xfrm>
          <a:prstGeom prst="rect">
            <a:avLst/>
          </a:prstGeom>
        </p:spPr>
        <p:txBody>
          <a:bodyPr lIns="72000" tIns="36000" rIns="72000" bIns="36000">
            <a:spAutoFit/>
          </a:bodyPr>
          <a:lstStyle>
            <a:lvl1pPr marL="0" indent="0" eaLnBrk="1" latinLnBrk="0" hangingPunct="1">
              <a:buFontTx/>
              <a:buNone/>
              <a:defRPr sz="1600" b="1" baseline="0">
                <a:latin typeface="+mn-ea"/>
                <a:ea typeface="+mn-ea"/>
                <a:cs typeface="Arial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본문의 핵심사항을 요약 </a:t>
            </a:r>
            <a:r>
              <a:rPr lang="en-US" altLang="ko-KR"/>
              <a:t>/ </a:t>
            </a:r>
            <a:r>
              <a:rPr lang="ko-KR" altLang="en-US"/>
              <a:t>강조하는</a:t>
            </a:r>
            <a:r>
              <a:rPr lang="en-US" altLang="ko-KR"/>
              <a:t>, 2</a:t>
            </a:r>
            <a:r>
              <a:rPr lang="ko-KR" altLang="en-US"/>
              <a:t>줄 이내의 </a:t>
            </a:r>
            <a:r>
              <a:rPr lang="en-US" altLang="ko-KR"/>
              <a:t>Headline</a:t>
            </a:r>
            <a:endParaRPr lang="ko-KR" altLang="en-US"/>
          </a:p>
        </p:txBody>
      </p:sp>
      <p:sp>
        <p:nvSpPr>
          <p:cNvPr id="14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232822" y="87867"/>
            <a:ext cx="2400178" cy="257369"/>
          </a:xfrm>
          <a:prstGeom prst="rect">
            <a:avLst/>
          </a:prstGeom>
          <a:noFill/>
        </p:spPr>
        <p:txBody>
          <a:bodyPr wrap="square" lIns="72000" tIns="36000" rIns="72000" bIns="36000" anchor="b">
            <a:spAutoFit/>
          </a:bodyPr>
          <a:lstStyle>
            <a:lvl1pPr marL="0" indent="0" algn="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endParaRPr lang="en-US" altLang="ko-KR"/>
          </a:p>
        </p:txBody>
      </p:sp>
      <p:sp>
        <p:nvSpPr>
          <p:cNvPr id="12" name="바닥글 개체 틀 1"/>
          <p:cNvSpPr txBox="1">
            <a:spLocks/>
          </p:cNvSpPr>
          <p:nvPr userDrawn="1"/>
        </p:nvSpPr>
        <p:spPr>
          <a:xfrm>
            <a:off x="1003147" y="6661027"/>
            <a:ext cx="3928961" cy="15234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r" fontAlgn="ctr">
              <a:lnSpc>
                <a:spcPct val="110000"/>
              </a:lnSpc>
              <a:defRPr sz="900">
                <a:solidFill>
                  <a:schemeClr val="bg2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/>
            <a:r>
              <a:rPr lang="ko-KR" altLang="en-US">
                <a:solidFill>
                  <a:schemeClr val="bg2"/>
                </a:solidFill>
              </a:rPr>
              <a:t>이 </a:t>
            </a:r>
            <a:r>
              <a:rPr lang="ko-KR" altLang="ko-KR">
                <a:solidFill>
                  <a:schemeClr val="bg2"/>
                </a:solidFill>
              </a:rPr>
              <a:t>정보</a:t>
            </a:r>
            <a:r>
              <a:rPr lang="en-US" altLang="ko-KR">
                <a:solidFill>
                  <a:schemeClr val="bg2"/>
                </a:solidFill>
              </a:rPr>
              <a:t>(</a:t>
            </a:r>
            <a:r>
              <a:rPr lang="ko-KR" altLang="ko-KR">
                <a:solidFill>
                  <a:schemeClr val="bg2"/>
                </a:solidFill>
              </a:rPr>
              <a:t>문서</a:t>
            </a:r>
            <a:r>
              <a:rPr lang="en-US" altLang="ko-KR">
                <a:solidFill>
                  <a:schemeClr val="bg2"/>
                </a:solidFill>
              </a:rPr>
              <a:t>)</a:t>
            </a:r>
            <a:r>
              <a:rPr lang="ko-KR" altLang="ko-KR">
                <a:solidFill>
                  <a:schemeClr val="bg2"/>
                </a:solidFill>
              </a:rPr>
              <a:t>는 </a:t>
            </a:r>
            <a:r>
              <a:rPr lang="en-US" altLang="ko-KR">
                <a:solidFill>
                  <a:schemeClr val="bg2"/>
                </a:solidFill>
              </a:rPr>
              <a:t>DL</a:t>
            </a:r>
            <a:r>
              <a:rPr lang="ko-KR" altLang="en-US">
                <a:solidFill>
                  <a:schemeClr val="bg2"/>
                </a:solidFill>
              </a:rPr>
              <a:t>이앤씨</a:t>
            </a:r>
            <a:r>
              <a:rPr lang="ko-KR" altLang="ko-KR">
                <a:solidFill>
                  <a:schemeClr val="bg2"/>
                </a:solidFill>
              </a:rPr>
              <a:t>의 자산으로서</a:t>
            </a:r>
            <a:r>
              <a:rPr lang="en-US" altLang="ko-KR">
                <a:solidFill>
                  <a:schemeClr val="bg2"/>
                </a:solidFill>
              </a:rPr>
              <a:t>, </a:t>
            </a:r>
            <a:r>
              <a:rPr lang="ko-KR" altLang="ko-KR">
                <a:solidFill>
                  <a:schemeClr val="bg2"/>
                </a:solidFill>
              </a:rPr>
              <a:t>허가 없는 사외반출을 금지합니다</a:t>
            </a:r>
            <a:r>
              <a:rPr lang="en-US" altLang="ko-KR">
                <a:solidFill>
                  <a:schemeClr val="bg2"/>
                </a:solidFill>
              </a:rPr>
              <a:t>.</a:t>
            </a:r>
            <a:endParaRPr lang="ko-KR" altLang="ko-KR">
              <a:solidFill>
                <a:schemeClr val="bg2"/>
              </a:solidFill>
            </a:endParaRP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r="13971" b="30999"/>
          <a:stretch/>
        </p:blipFill>
        <p:spPr>
          <a:xfrm>
            <a:off x="276481" y="6421134"/>
            <a:ext cx="734814" cy="392242"/>
          </a:xfrm>
          <a:prstGeom prst="rect">
            <a:avLst/>
          </a:prstGeom>
        </p:spPr>
      </p:pic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9705639" y="6685084"/>
            <a:ext cx="129843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eaLnBrk="0" fontAlgn="b" latinLnBrk="0" hangingPunct="0"/>
            <a:fld id="{FEB5F6A5-EF32-478A-91D3-6932E69F7DCE}" type="slidenum">
              <a:rPr lang="en-US" altLang="ko-KR" sz="800" b="0" smtClean="0">
                <a:latin typeface="맑은 고딕" pitchFamily="50" charset="-127"/>
                <a:ea typeface="맑은 고딕" pitchFamily="50" charset="-127"/>
              </a:rPr>
              <a:pPr algn="r" eaLnBrk="0" fontAlgn="b" latinLnBrk="0" hangingPunct="0"/>
              <a:t>‹#›</a:t>
            </a:fld>
            <a:endParaRPr lang="en-US" altLang="ko-KR" sz="800" b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23887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/>
          <p:cNvCxnSpPr/>
          <p:nvPr userDrawn="1"/>
        </p:nvCxnSpPr>
        <p:spPr bwMode="auto">
          <a:xfrm>
            <a:off x="273000" y="2570135"/>
            <a:ext cx="9360000" cy="0"/>
          </a:xfrm>
          <a:prstGeom prst="line">
            <a:avLst/>
          </a:prstGeom>
          <a:solidFill>
            <a:schemeClr val="accent1"/>
          </a:solidFill>
          <a:ln w="76200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497385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바닥글 개체 틀 1"/>
          <p:cNvSpPr txBox="1">
            <a:spLocks/>
          </p:cNvSpPr>
          <p:nvPr userDrawn="1"/>
        </p:nvSpPr>
        <p:spPr>
          <a:xfrm>
            <a:off x="1086743" y="6661028"/>
            <a:ext cx="3888885" cy="15234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r" fontAlgn="ctr">
              <a:lnSpc>
                <a:spcPct val="110000"/>
              </a:lnSpc>
              <a:defRPr sz="900">
                <a:solidFill>
                  <a:schemeClr val="bg2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/>
            <a:r>
              <a:rPr lang="ko-KR" altLang="en-US" sz="900">
                <a:solidFill>
                  <a:schemeClr val="bg2"/>
                </a:solidFill>
              </a:rPr>
              <a:t>이 </a:t>
            </a:r>
            <a:r>
              <a:rPr lang="ko-KR" altLang="ko-KR" sz="900">
                <a:solidFill>
                  <a:schemeClr val="bg2"/>
                </a:solidFill>
              </a:rPr>
              <a:t>정보</a:t>
            </a:r>
            <a:r>
              <a:rPr lang="en-US" altLang="ko-KR" sz="900">
                <a:solidFill>
                  <a:schemeClr val="bg2"/>
                </a:solidFill>
              </a:rPr>
              <a:t>(</a:t>
            </a:r>
            <a:r>
              <a:rPr lang="ko-KR" altLang="ko-KR" sz="900">
                <a:solidFill>
                  <a:schemeClr val="bg2"/>
                </a:solidFill>
              </a:rPr>
              <a:t>문서</a:t>
            </a:r>
            <a:r>
              <a:rPr lang="en-US" altLang="ko-KR" sz="900">
                <a:solidFill>
                  <a:schemeClr val="bg2"/>
                </a:solidFill>
              </a:rPr>
              <a:t>)</a:t>
            </a:r>
            <a:r>
              <a:rPr lang="ko-KR" altLang="ko-KR" sz="900">
                <a:solidFill>
                  <a:schemeClr val="bg2"/>
                </a:solidFill>
              </a:rPr>
              <a:t>는 </a:t>
            </a:r>
            <a:r>
              <a:rPr lang="en-US" altLang="ko-KR" sz="900">
                <a:solidFill>
                  <a:schemeClr val="bg2"/>
                </a:solidFill>
              </a:rPr>
              <a:t>DL</a:t>
            </a:r>
            <a:r>
              <a:rPr lang="ko-KR" altLang="en-US" sz="900">
                <a:solidFill>
                  <a:schemeClr val="bg2"/>
                </a:solidFill>
              </a:rPr>
              <a:t>이앤씨</a:t>
            </a:r>
            <a:r>
              <a:rPr lang="ko-KR" altLang="ko-KR" sz="900">
                <a:solidFill>
                  <a:schemeClr val="bg2"/>
                </a:solidFill>
              </a:rPr>
              <a:t>의 자산으로서</a:t>
            </a:r>
            <a:r>
              <a:rPr lang="en-US" altLang="ko-KR" sz="900">
                <a:solidFill>
                  <a:schemeClr val="bg2"/>
                </a:solidFill>
              </a:rPr>
              <a:t>, </a:t>
            </a:r>
            <a:r>
              <a:rPr lang="ko-KR" altLang="ko-KR" sz="900">
                <a:solidFill>
                  <a:schemeClr val="bg2"/>
                </a:solidFill>
              </a:rPr>
              <a:t>허가 없는 사외반출을 금지합니다</a:t>
            </a:r>
            <a:r>
              <a:rPr lang="en-US" altLang="ko-KR" sz="900">
                <a:solidFill>
                  <a:schemeClr val="bg2"/>
                </a:solidFill>
              </a:rPr>
              <a:t>.</a:t>
            </a:r>
            <a:endParaRPr lang="ko-KR" altLang="ko-KR" sz="900">
              <a:solidFill>
                <a:schemeClr val="bg2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r="13971" b="30999"/>
          <a:stretch/>
        </p:blipFill>
        <p:spPr>
          <a:xfrm>
            <a:off x="299521" y="6421134"/>
            <a:ext cx="796049" cy="392242"/>
          </a:xfrm>
          <a:prstGeom prst="rect">
            <a:avLst/>
          </a:prstGeom>
        </p:spPr>
      </p:pic>
      <p:sp>
        <p:nvSpPr>
          <p:cNvPr id="9" name="Rectangle 18"/>
          <p:cNvSpPr>
            <a:spLocks noChangeArrowheads="1"/>
          </p:cNvSpPr>
          <p:nvPr userDrawn="1"/>
        </p:nvSpPr>
        <p:spPr bwMode="auto">
          <a:xfrm>
            <a:off x="9533227" y="6659446"/>
            <a:ext cx="168315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eaLnBrk="0" fontAlgn="b" latinLnBrk="0" hangingPunct="0"/>
            <a:fld id="{FEB5F6A5-EF32-478A-91D3-6932E69F7DCE}" type="slidenum">
              <a:rPr lang="en-US" altLang="ko-KR" sz="1000" b="1" smtClean="0">
                <a:latin typeface="맑은 고딕" pitchFamily="50" charset="-127"/>
                <a:ea typeface="맑은 고딕" pitchFamily="50" charset="-127"/>
              </a:rPr>
              <a:pPr algn="r" eaLnBrk="0" fontAlgn="b" latinLnBrk="0" hangingPunct="0"/>
              <a:t>‹#›</a:t>
            </a:fld>
            <a:endParaRPr lang="en-US" altLang="ko-KR" sz="1000" b="1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83351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9167031" y="6659447"/>
            <a:ext cx="6684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eaLnBrk="0" fontAlgn="b" hangingPunct="0">
              <a:spcBef>
                <a:spcPts val="0"/>
              </a:spcBef>
              <a:spcAft>
                <a:spcPts val="0"/>
              </a:spcAft>
            </a:pPr>
            <a:fld id="{FEB5F6A5-EF32-478A-91D3-6932E69F7DCE}" type="slidenum">
              <a:rPr kumimoji="0" lang="en-US" altLang="ko-KR" sz="1800" b="1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pPr algn="r" eaLnBrk="0" fontAlgn="b" hangingPunct="0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r>
              <a:rPr kumimoji="0" lang="en-US" altLang="ko-KR" sz="1800" b="1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/40</a:t>
            </a:r>
          </a:p>
        </p:txBody>
      </p:sp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273008" y="57089"/>
            <a:ext cx="1038279" cy="318924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ctr">
            <a:spAutoFit/>
          </a:bodyPr>
          <a:lstStyle>
            <a:lvl1pPr algn="l" eaLnBrk="1" latinLnBrk="0" hangingPunct="1">
              <a:defRPr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err="1"/>
              <a:t>장표</a:t>
            </a:r>
            <a:r>
              <a:rPr lang="ko-KR" altLang="en-US"/>
              <a:t> 제목</a:t>
            </a:r>
          </a:p>
        </p:txBody>
      </p:sp>
      <p:sp>
        <p:nvSpPr>
          <p:cNvPr id="10" name="텍스트 개체 틀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3000" y="505223"/>
            <a:ext cx="9360000" cy="319738"/>
          </a:xfrm>
          <a:prstGeom prst="rect">
            <a:avLst/>
          </a:prstGeom>
        </p:spPr>
        <p:txBody>
          <a:bodyPr lIns="72000" tIns="36000" rIns="72000" bIns="36000">
            <a:spAutoFit/>
          </a:bodyPr>
          <a:lstStyle>
            <a:lvl1pPr marL="0" indent="0" eaLnBrk="1" latinLnBrk="0" hangingPunct="1">
              <a:buFontTx/>
              <a:buNone/>
              <a:defRPr sz="1600" b="1" baseline="0">
                <a:latin typeface="Arial" pitchFamily="34" charset="0"/>
                <a:ea typeface="HY헤드라인M" pitchFamily="18" charset="-127"/>
                <a:cs typeface="Arial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본문의 핵심사항을 요약 </a:t>
            </a:r>
            <a:r>
              <a:rPr lang="en-US" altLang="ko-KR"/>
              <a:t>/ </a:t>
            </a:r>
            <a:r>
              <a:rPr lang="ko-KR" altLang="en-US"/>
              <a:t>강조하는</a:t>
            </a:r>
            <a:r>
              <a:rPr lang="en-US" altLang="ko-KR"/>
              <a:t>, 2</a:t>
            </a:r>
            <a:r>
              <a:rPr lang="ko-KR" altLang="en-US"/>
              <a:t>줄 이내의 </a:t>
            </a:r>
            <a:r>
              <a:rPr lang="en-US" altLang="ko-KR"/>
              <a:t>Headline</a:t>
            </a:r>
            <a:endParaRPr lang="ko-KR" altLang="en-US"/>
          </a:p>
        </p:txBody>
      </p:sp>
      <p:sp>
        <p:nvSpPr>
          <p:cNvPr id="11" name="내용 개체 틀 7"/>
          <p:cNvSpPr>
            <a:spLocks noGrp="1"/>
          </p:cNvSpPr>
          <p:nvPr>
            <p:ph sz="quarter" idx="17" hasCustomPrompt="1"/>
          </p:nvPr>
        </p:nvSpPr>
        <p:spPr>
          <a:xfrm>
            <a:off x="7663376" y="87869"/>
            <a:ext cx="1969624" cy="257369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ctr">
            <a:spAutoFit/>
          </a:bodyPr>
          <a:lstStyle>
            <a:lvl1pPr marL="0" indent="0" algn="r" eaLnBrk="1" latinLnBrk="0" hangingPunct="1">
              <a:buNone/>
              <a:defRPr lang="ko-KR" altLang="en-US" sz="1200" b="1" baseline="0" dirty="0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pPr lvl="0" fontAlgn="base">
              <a:spcBef>
                <a:spcPct val="0"/>
              </a:spcBef>
            </a:pPr>
            <a:r>
              <a:rPr lang="ko-KR" altLang="en-US"/>
              <a:t>보고서</a:t>
            </a:r>
            <a:r>
              <a:rPr lang="en-US" altLang="ko-KR"/>
              <a:t>/</a:t>
            </a:r>
            <a:r>
              <a:rPr lang="ko-KR" altLang="en-US" err="1"/>
              <a:t>챕터</a:t>
            </a:r>
            <a:r>
              <a:rPr lang="ko-KR" altLang="en-US"/>
              <a:t> 제목 </a:t>
            </a:r>
            <a:r>
              <a:rPr lang="en-US" altLang="ko-KR"/>
              <a:t>(</a:t>
            </a:r>
            <a:r>
              <a:rPr lang="ko-KR" altLang="en-US"/>
              <a:t>선택적</a:t>
            </a:r>
            <a:r>
              <a:rPr lang="en-US" altLang="ko-KR"/>
              <a:t>)</a:t>
            </a:r>
            <a:endParaRPr lang="ko-KR" altLang="en-US"/>
          </a:p>
        </p:txBody>
      </p:sp>
      <p:sp>
        <p:nvSpPr>
          <p:cNvPr id="13" name="바닥글 개체 틀 1"/>
          <p:cNvSpPr txBox="1">
            <a:spLocks/>
          </p:cNvSpPr>
          <p:nvPr userDrawn="1"/>
        </p:nvSpPr>
        <p:spPr>
          <a:xfrm>
            <a:off x="1238073" y="6660424"/>
            <a:ext cx="3864841" cy="15234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r" fontAlgn="ctr">
              <a:lnSpc>
                <a:spcPct val="110000"/>
              </a:lnSpc>
              <a:defRPr sz="900">
                <a:solidFill>
                  <a:schemeClr val="bg2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algn="l" latinLnBrk="1">
              <a:spcBef>
                <a:spcPts val="0"/>
              </a:spcBef>
              <a:spcAft>
                <a:spcPts val="0"/>
              </a:spcAft>
            </a:pPr>
            <a:r>
              <a:rPr kumimoji="0" lang="ko-KR" altLang="ko-KR" sz="900">
                <a:solidFill>
                  <a:srgbClr val="919191"/>
                </a:solidFill>
              </a:rPr>
              <a:t>이 정보</a:t>
            </a:r>
            <a:r>
              <a:rPr kumimoji="0" lang="en-US" altLang="ko-KR" sz="900">
                <a:solidFill>
                  <a:srgbClr val="919191"/>
                </a:solidFill>
              </a:rPr>
              <a:t>(</a:t>
            </a:r>
            <a:r>
              <a:rPr kumimoji="0" lang="ko-KR" altLang="ko-KR" sz="900">
                <a:solidFill>
                  <a:srgbClr val="919191"/>
                </a:solidFill>
              </a:rPr>
              <a:t>문서</a:t>
            </a:r>
            <a:r>
              <a:rPr kumimoji="0" lang="en-US" altLang="ko-KR" sz="900">
                <a:solidFill>
                  <a:srgbClr val="919191"/>
                </a:solidFill>
              </a:rPr>
              <a:t>)</a:t>
            </a:r>
            <a:r>
              <a:rPr kumimoji="0" lang="ko-KR" altLang="ko-KR" sz="900">
                <a:solidFill>
                  <a:srgbClr val="919191"/>
                </a:solidFill>
              </a:rPr>
              <a:t>는 대림산업의 자산으로서</a:t>
            </a:r>
            <a:r>
              <a:rPr kumimoji="0" lang="en-US" altLang="ko-KR" sz="900">
                <a:solidFill>
                  <a:srgbClr val="919191"/>
                </a:solidFill>
              </a:rPr>
              <a:t>, </a:t>
            </a:r>
            <a:r>
              <a:rPr kumimoji="0" lang="ko-KR" altLang="ko-KR" sz="900">
                <a:solidFill>
                  <a:srgbClr val="919191"/>
                </a:solidFill>
              </a:rPr>
              <a:t>허가 없는 사외반출을 금지합니다</a:t>
            </a:r>
            <a:r>
              <a:rPr kumimoji="0" lang="en-US" altLang="ko-KR" sz="900">
                <a:solidFill>
                  <a:srgbClr val="919191"/>
                </a:solidFill>
              </a:rPr>
              <a:t>.</a:t>
            </a:r>
            <a:endParaRPr kumimoji="0" lang="ko-KR" altLang="ko-KR" sz="900">
              <a:solidFill>
                <a:srgbClr val="919191"/>
              </a:solidFill>
            </a:endParaRPr>
          </a:p>
        </p:txBody>
      </p:sp>
      <p:pic>
        <p:nvPicPr>
          <p:cNvPr id="12" name="Picture 2" descr="C:\Users\20121487\Downloads\CI\CI.jpg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56" y="6668937"/>
            <a:ext cx="1076400" cy="144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501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273000" y="57089"/>
            <a:ext cx="1012631" cy="318924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ctr">
            <a:spAutoFit/>
          </a:bodyPr>
          <a:lstStyle>
            <a:lvl1pPr algn="l" eaLnBrk="1" latinLnBrk="0" hangingPunct="1">
              <a:defRPr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</a:defRPr>
            </a:lvl1pPr>
          </a:lstStyle>
          <a:p>
            <a:r>
              <a:rPr lang="ko-KR" altLang="en-US"/>
              <a:t>장표 제목</a:t>
            </a:r>
          </a:p>
        </p:txBody>
      </p:sp>
      <p:sp>
        <p:nvSpPr>
          <p:cNvPr id="10" name="텍스트 개체 틀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3000" y="505223"/>
            <a:ext cx="9360000" cy="318924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marL="0" indent="0" eaLnBrk="1" latinLnBrk="0" hangingPunct="1">
              <a:buFontTx/>
              <a:buNone/>
              <a:defRPr sz="1600" b="1" baseline="0">
                <a:latin typeface="Arial Narrow" panose="020B0606020202030204" pitchFamily="34" charset="0"/>
                <a:ea typeface="+mn-ea"/>
                <a:cs typeface="Arial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핵심사항을 요약 </a:t>
            </a:r>
            <a:r>
              <a:rPr lang="en-US" altLang="ko-KR"/>
              <a:t>/ </a:t>
            </a:r>
            <a:r>
              <a:rPr lang="ko-KR" altLang="en-US"/>
              <a:t>강조하는</a:t>
            </a:r>
            <a:r>
              <a:rPr lang="en-US" altLang="ko-KR"/>
              <a:t>, 2</a:t>
            </a:r>
            <a:r>
              <a:rPr lang="ko-KR" altLang="en-US"/>
              <a:t>줄 이내의 </a:t>
            </a:r>
            <a:r>
              <a:rPr lang="en-US" altLang="ko-KR"/>
              <a:t>Headline (</a:t>
            </a:r>
            <a:r>
              <a:rPr lang="ko-KR" altLang="en-US"/>
              <a:t>굵게</a:t>
            </a:r>
            <a:r>
              <a:rPr lang="en-US" altLang="ko-KR"/>
              <a:t>, 16pt, </a:t>
            </a:r>
            <a:r>
              <a:rPr lang="ko-KR" altLang="en-US"/>
              <a:t>한글</a:t>
            </a:r>
            <a:r>
              <a:rPr lang="en-US" altLang="ko-KR"/>
              <a:t>(</a:t>
            </a:r>
            <a:r>
              <a:rPr lang="ko-KR" altLang="en-US"/>
              <a:t>맑은 고딕</a:t>
            </a:r>
            <a:r>
              <a:rPr lang="en-US" altLang="ko-KR"/>
              <a:t>), </a:t>
            </a:r>
            <a:r>
              <a:rPr lang="ko-KR" altLang="en-US"/>
              <a:t>영문</a:t>
            </a:r>
            <a:r>
              <a:rPr lang="en-US" altLang="ko-KR"/>
              <a:t>/</a:t>
            </a:r>
            <a:r>
              <a:rPr lang="ko-KR" altLang="en-US"/>
              <a:t>숫자</a:t>
            </a:r>
            <a:r>
              <a:rPr lang="en-US" altLang="ko-KR"/>
              <a:t>(Arial Narrow))</a:t>
            </a:r>
            <a:endParaRPr lang="ko-KR" altLang="en-US"/>
          </a:p>
        </p:txBody>
      </p:sp>
      <p:sp>
        <p:nvSpPr>
          <p:cNvPr id="14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7727497" y="87867"/>
            <a:ext cx="1905503" cy="257369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 algn="r">
              <a:buNone/>
              <a:defRPr sz="1200" b="1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(</a:t>
            </a:r>
            <a:r>
              <a:rPr lang="ko-KR" altLang="en-US"/>
              <a:t>선택적</a:t>
            </a:r>
            <a:r>
              <a:rPr lang="en-US" altLang="ko-KR"/>
              <a:t>) OOOO</a:t>
            </a:r>
            <a:r>
              <a:rPr lang="ko-KR" altLang="en-US"/>
              <a:t>팀</a:t>
            </a:r>
            <a:r>
              <a:rPr lang="en-US" altLang="ko-KR"/>
              <a:t>, ’21.00.00.</a:t>
            </a:r>
          </a:p>
        </p:txBody>
      </p:sp>
      <p:graphicFrame>
        <p:nvGraphicFramePr>
          <p:cNvPr id="8" name="개체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8" name="개체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36282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273000" y="57089"/>
            <a:ext cx="1012631" cy="318924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ctr">
            <a:spAutoFit/>
          </a:bodyPr>
          <a:lstStyle>
            <a:lvl1pPr algn="l" eaLnBrk="1" latinLnBrk="0" hangingPunct="1">
              <a:defRPr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</a:defRPr>
            </a:lvl1pPr>
          </a:lstStyle>
          <a:p>
            <a:r>
              <a:rPr lang="ko-KR" altLang="en-US"/>
              <a:t>장표 제목</a:t>
            </a:r>
          </a:p>
        </p:txBody>
      </p:sp>
      <p:sp>
        <p:nvSpPr>
          <p:cNvPr id="10" name="텍스트 개체 틀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3000" y="505223"/>
            <a:ext cx="9360000" cy="318924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marL="0" indent="0" eaLnBrk="1" latinLnBrk="0" hangingPunct="1">
              <a:buFontTx/>
              <a:buNone/>
              <a:defRPr sz="1600" b="1" baseline="0">
                <a:latin typeface="Arial Narrow" panose="020B0606020202030204" pitchFamily="34" charset="0"/>
                <a:ea typeface="+mn-ea"/>
                <a:cs typeface="Arial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핵심사항을 요약 </a:t>
            </a:r>
            <a:r>
              <a:rPr lang="en-US" altLang="ko-KR"/>
              <a:t>/ </a:t>
            </a:r>
            <a:r>
              <a:rPr lang="ko-KR" altLang="en-US"/>
              <a:t>강조하는</a:t>
            </a:r>
            <a:r>
              <a:rPr lang="en-US" altLang="ko-KR"/>
              <a:t>, 2</a:t>
            </a:r>
            <a:r>
              <a:rPr lang="ko-KR" altLang="en-US"/>
              <a:t>줄 이내의 </a:t>
            </a:r>
            <a:r>
              <a:rPr lang="en-US" altLang="ko-KR"/>
              <a:t>Headline (</a:t>
            </a:r>
            <a:r>
              <a:rPr lang="ko-KR" altLang="en-US"/>
              <a:t>굵게</a:t>
            </a:r>
            <a:r>
              <a:rPr lang="en-US" altLang="ko-KR"/>
              <a:t>, 16pt, </a:t>
            </a:r>
            <a:r>
              <a:rPr lang="ko-KR" altLang="en-US"/>
              <a:t>한글</a:t>
            </a:r>
            <a:r>
              <a:rPr lang="en-US" altLang="ko-KR"/>
              <a:t>(</a:t>
            </a:r>
            <a:r>
              <a:rPr lang="ko-KR" altLang="en-US"/>
              <a:t>맑은 고딕</a:t>
            </a:r>
            <a:r>
              <a:rPr lang="en-US" altLang="ko-KR"/>
              <a:t>), </a:t>
            </a:r>
            <a:r>
              <a:rPr lang="ko-KR" altLang="en-US"/>
              <a:t>영문</a:t>
            </a:r>
            <a:r>
              <a:rPr lang="en-US" altLang="ko-KR"/>
              <a:t>/</a:t>
            </a:r>
            <a:r>
              <a:rPr lang="ko-KR" altLang="en-US"/>
              <a:t>숫자</a:t>
            </a:r>
            <a:r>
              <a:rPr lang="en-US" altLang="ko-KR"/>
              <a:t>(Arial Narrow))</a:t>
            </a:r>
            <a:endParaRPr lang="ko-KR" altLang="en-US"/>
          </a:p>
        </p:txBody>
      </p:sp>
      <p:sp>
        <p:nvSpPr>
          <p:cNvPr id="14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7727497" y="87867"/>
            <a:ext cx="1905503" cy="257369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 algn="r">
              <a:buNone/>
              <a:defRPr sz="1200" b="1" baseline="0">
                <a:solidFill>
                  <a:schemeClr val="bg1"/>
                </a:solidFill>
                <a:latin typeface="Arial Narrow" panose="020B060602020203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(</a:t>
            </a:r>
            <a:r>
              <a:rPr lang="ko-KR" altLang="en-US"/>
              <a:t>선택적</a:t>
            </a:r>
            <a:r>
              <a:rPr lang="en-US" altLang="ko-KR"/>
              <a:t>) OOOO</a:t>
            </a:r>
            <a:r>
              <a:rPr lang="ko-KR" altLang="en-US"/>
              <a:t>팀</a:t>
            </a:r>
            <a:r>
              <a:rPr lang="en-US" altLang="ko-KR"/>
              <a:t>, ’21.00.00.</a:t>
            </a:r>
          </a:p>
        </p:txBody>
      </p:sp>
      <p:graphicFrame>
        <p:nvGraphicFramePr>
          <p:cNvPr id="8" name="개체 7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83" imgH="384" progId="TCLayout.ActiveDocument.1">
                  <p:embed/>
                </p:oleObj>
              </mc:Choice>
              <mc:Fallback>
                <p:oleObj name="think-cell Slide" r:id="rId4" imgW="383" imgH="384" progId="TCLayout.ActiveDocument.1">
                  <p:embed/>
                  <p:pic>
                    <p:nvPicPr>
                      <p:cNvPr id="8" name="개체 7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2652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개체 5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3" imgH="384" progId="TCLayout.ActiveDocument.1">
                  <p:embed/>
                </p:oleObj>
              </mc:Choice>
              <mc:Fallback>
                <p:oleObj name="think-cell Slide" r:id="rId3" imgW="383" imgH="384" progId="TCLayout.ActiveDocument.1">
                  <p:embed/>
                  <p:pic>
                    <p:nvPicPr>
                      <p:cNvPr id="6" name="개체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제목 1"/>
          <p:cNvSpPr>
            <a:spLocks noGrp="1"/>
          </p:cNvSpPr>
          <p:nvPr>
            <p:ph type="title" hasCustomPrompt="1"/>
          </p:nvPr>
        </p:nvSpPr>
        <p:spPr>
          <a:xfrm>
            <a:off x="273000" y="57089"/>
            <a:ext cx="1012631" cy="318924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ctr">
            <a:spAutoFit/>
          </a:bodyPr>
          <a:lstStyle>
            <a:lvl1pPr algn="l" eaLnBrk="1" latinLnBrk="0" hangingPunct="1">
              <a:defRPr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</a:defRPr>
            </a:lvl1pPr>
          </a:lstStyle>
          <a:p>
            <a:r>
              <a:rPr lang="ko-KR" altLang="en-US"/>
              <a:t>장표 제목</a:t>
            </a:r>
          </a:p>
        </p:txBody>
      </p:sp>
      <p:sp>
        <p:nvSpPr>
          <p:cNvPr id="10" name="텍스트 개체 틀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3000" y="505223"/>
            <a:ext cx="9360000" cy="318924"/>
          </a:xfrm>
          <a:prstGeom prst="rect">
            <a:avLst/>
          </a:prstGeom>
        </p:spPr>
        <p:txBody>
          <a:bodyPr wrap="square" lIns="72000" tIns="36000" rIns="72000" bIns="36000">
            <a:spAutoFit/>
          </a:bodyPr>
          <a:lstStyle>
            <a:lvl1pPr marL="0" indent="0" eaLnBrk="1" latinLnBrk="0" hangingPunct="1">
              <a:buFontTx/>
              <a:buNone/>
              <a:defRPr sz="1600" b="1" baseline="0">
                <a:latin typeface="Arial Narrow" panose="020B0606020202030204" pitchFamily="34" charset="0"/>
                <a:ea typeface="+mn-ea"/>
                <a:cs typeface="Arial" pitchFamily="34" charset="0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ko-KR" altLang="en-US"/>
              <a:t>핵심사항을 요약 </a:t>
            </a:r>
            <a:r>
              <a:rPr lang="en-US" altLang="ko-KR"/>
              <a:t>/ </a:t>
            </a:r>
            <a:r>
              <a:rPr lang="ko-KR" altLang="en-US"/>
              <a:t>강조하는</a:t>
            </a:r>
            <a:r>
              <a:rPr lang="en-US" altLang="ko-KR"/>
              <a:t>, 2</a:t>
            </a:r>
            <a:r>
              <a:rPr lang="ko-KR" altLang="en-US"/>
              <a:t>줄 이내의 </a:t>
            </a:r>
            <a:r>
              <a:rPr lang="en-US" altLang="ko-KR"/>
              <a:t>Headline (</a:t>
            </a:r>
            <a:r>
              <a:rPr lang="ko-KR" altLang="en-US"/>
              <a:t>굵게</a:t>
            </a:r>
            <a:r>
              <a:rPr lang="en-US" altLang="ko-KR"/>
              <a:t>, 16pt, </a:t>
            </a:r>
            <a:r>
              <a:rPr lang="ko-KR" altLang="en-US"/>
              <a:t>한글</a:t>
            </a:r>
            <a:r>
              <a:rPr lang="en-US" altLang="ko-KR"/>
              <a:t>(</a:t>
            </a:r>
            <a:r>
              <a:rPr lang="ko-KR" altLang="en-US"/>
              <a:t>맑은 고딕</a:t>
            </a:r>
            <a:r>
              <a:rPr lang="en-US" altLang="ko-KR"/>
              <a:t>), </a:t>
            </a:r>
            <a:r>
              <a:rPr lang="ko-KR" altLang="en-US"/>
              <a:t>영어</a:t>
            </a:r>
            <a:r>
              <a:rPr lang="en-US" altLang="ko-KR"/>
              <a:t>/</a:t>
            </a:r>
            <a:r>
              <a:rPr lang="ko-KR" altLang="en-US"/>
              <a:t>숫자</a:t>
            </a:r>
            <a:r>
              <a:rPr lang="en-US" altLang="ko-KR"/>
              <a:t>(Arial Narrow))</a:t>
            </a:r>
            <a:endParaRPr lang="ko-KR" altLang="en-US"/>
          </a:p>
        </p:txBody>
      </p:sp>
      <p:sp>
        <p:nvSpPr>
          <p:cNvPr id="14" name="텍스트 개체 틀 4"/>
          <p:cNvSpPr>
            <a:spLocks noGrp="1"/>
          </p:cNvSpPr>
          <p:nvPr>
            <p:ph type="body" sz="quarter" idx="3" hasCustomPrompt="1"/>
          </p:nvPr>
        </p:nvSpPr>
        <p:spPr>
          <a:xfrm>
            <a:off x="7430940" y="87867"/>
            <a:ext cx="2202060" cy="257369"/>
          </a:xfrm>
          <a:prstGeom prst="rect">
            <a:avLst/>
          </a:prstGeom>
          <a:solidFill>
            <a:schemeClr val="accent3"/>
          </a:solidFill>
        </p:spPr>
        <p:txBody>
          <a:bodyPr wrap="none" lIns="72000" tIns="36000" rIns="72000" bIns="36000" anchor="b">
            <a:spAutoFit/>
          </a:bodyPr>
          <a:lstStyle>
            <a:lvl1pPr marL="0" indent="0" algn="r">
              <a:buNone/>
              <a:defRPr sz="1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(</a:t>
            </a:r>
            <a:r>
              <a:rPr lang="ko-KR" altLang="en-US"/>
              <a:t>선택적</a:t>
            </a:r>
            <a:r>
              <a:rPr lang="en-US" altLang="ko-KR"/>
              <a:t>) OOOO</a:t>
            </a:r>
            <a:r>
              <a:rPr lang="ko-KR" altLang="en-US"/>
              <a:t>팀</a:t>
            </a:r>
            <a:r>
              <a:rPr lang="en-US" altLang="ko-KR"/>
              <a:t>, ’21.00.00.</a:t>
            </a:r>
          </a:p>
        </p:txBody>
      </p:sp>
      <p:sp>
        <p:nvSpPr>
          <p:cNvPr id="12" name="텍스트 개체 틀 4"/>
          <p:cNvSpPr>
            <a:spLocks noGrp="1"/>
          </p:cNvSpPr>
          <p:nvPr>
            <p:ph type="body" sz="quarter" idx="14" hasCustomPrompt="1"/>
          </p:nvPr>
        </p:nvSpPr>
        <p:spPr>
          <a:xfrm>
            <a:off x="273000" y="1284912"/>
            <a:ext cx="4572310" cy="3312704"/>
          </a:xfrm>
          <a:prstGeom prst="rect">
            <a:avLst/>
          </a:prstGeom>
        </p:spPr>
        <p:txBody>
          <a:bodyPr/>
          <a:lstStyle>
            <a:lvl1pPr marL="179388" indent="-179388">
              <a:lnSpc>
                <a:spcPct val="110000"/>
              </a:lnSpc>
              <a:spcBef>
                <a:spcPts val="600"/>
              </a:spcBef>
              <a:buSzPct val="100000"/>
              <a:buFont typeface="Wingdings" panose="05000000000000000000" pitchFamily="2" charset="2"/>
              <a:buChar char=""/>
              <a:defRPr sz="1400" b="1" baseline="0">
                <a:latin typeface="Arial Narrow" panose="020B0606020202030204" pitchFamily="34" charset="0"/>
              </a:defRPr>
            </a:lvl1pPr>
            <a:lvl2pPr marL="265113" indent="-85725">
              <a:lnSpc>
                <a:spcPct val="110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 sz="1200" baseline="0">
                <a:latin typeface="Arial Narrow" panose="020B0606020202030204" pitchFamily="34" charset="0"/>
              </a:defRPr>
            </a:lvl2pPr>
            <a:lvl3pPr marL="444500" indent="-85725">
              <a:lnSpc>
                <a:spcPct val="110000"/>
              </a:lnSpc>
              <a:spcBef>
                <a:spcPts val="200"/>
              </a:spcBef>
              <a:buSzPct val="80000"/>
              <a:buFont typeface="맑은 고딕" panose="020B0503020000020004" pitchFamily="50" charset="-127"/>
              <a:buChar char="–"/>
              <a:defRPr sz="1100" baseline="0">
                <a:latin typeface="Arial Narrow" panose="020B0606020202030204" pitchFamily="34" charset="0"/>
              </a:defRPr>
            </a:lvl3pPr>
            <a:lvl4pPr marL="623888" indent="-165100">
              <a:spcBef>
                <a:spcPts val="100"/>
              </a:spcBef>
              <a:buFont typeface="Times New Roman" panose="02020603050405020304" pitchFamily="18" charset="0"/>
              <a:buChar char="»"/>
              <a:defRPr sz="1000" baseline="0">
                <a:latin typeface="Arial Narrow" panose="020B0606020202030204" pitchFamily="34" charset="0"/>
              </a:defRPr>
            </a:lvl4pPr>
          </a:lstStyle>
          <a:p>
            <a:pPr lvl="0"/>
            <a:r>
              <a:rPr lang="ko-KR" altLang="en-US"/>
              <a:t>첫째 수준 </a:t>
            </a:r>
            <a:r>
              <a:rPr lang="en-US" altLang="ko-KR"/>
              <a:t>(</a:t>
            </a:r>
            <a:r>
              <a:rPr lang="ko-KR" altLang="en-US"/>
              <a:t>굵게</a:t>
            </a:r>
            <a:r>
              <a:rPr lang="en-US" altLang="ko-KR"/>
              <a:t>, 14pt, </a:t>
            </a:r>
            <a:r>
              <a:rPr lang="ko-KR" altLang="en-US"/>
              <a:t>국문 글꼴 </a:t>
            </a:r>
            <a:r>
              <a:rPr lang="en-US" altLang="ko-KR"/>
              <a:t>-</a:t>
            </a:r>
            <a:r>
              <a:rPr lang="ko-KR" altLang="en-US"/>
              <a:t> 맑은 고딕</a:t>
            </a:r>
            <a:r>
              <a:rPr lang="en-US" altLang="ko-KR"/>
              <a:t>)</a:t>
            </a:r>
          </a:p>
          <a:p>
            <a:pPr lvl="0"/>
            <a:r>
              <a:rPr lang="en-US" altLang="ko-KR"/>
              <a:t>First Level (Bold, 14pt, For English/Number, Arial Narrow)</a:t>
            </a:r>
            <a:br>
              <a:rPr lang="en-US" altLang="ko-KR"/>
            </a:br>
            <a:r>
              <a:rPr lang="en-US" altLang="ko-KR"/>
              <a:t>First Level line 2</a:t>
            </a:r>
          </a:p>
          <a:p>
            <a:pPr lvl="1"/>
            <a:r>
              <a:rPr lang="ko-KR" altLang="en-US"/>
              <a:t>둘째 수준 </a:t>
            </a:r>
            <a:r>
              <a:rPr lang="en-US" altLang="ko-KR"/>
              <a:t>(12pt)</a:t>
            </a:r>
            <a:br>
              <a:rPr lang="en-US" altLang="ko-KR"/>
            </a:br>
            <a:r>
              <a:rPr lang="ko-KR" altLang="en-US"/>
              <a:t>둘째 수준 </a:t>
            </a:r>
            <a:r>
              <a:rPr lang="en-US" altLang="ko-KR"/>
              <a:t>Line 2</a:t>
            </a:r>
          </a:p>
          <a:p>
            <a:pPr lvl="2"/>
            <a:r>
              <a:rPr lang="ko-KR" altLang="en-US"/>
              <a:t>셋째 수준 </a:t>
            </a:r>
            <a:r>
              <a:rPr lang="en-US" altLang="ko-KR"/>
              <a:t>(11pt)</a:t>
            </a:r>
            <a:br>
              <a:rPr lang="en-US" altLang="ko-KR"/>
            </a:br>
            <a:r>
              <a:rPr lang="ko-KR" altLang="en-US"/>
              <a:t>셋째 수준 </a:t>
            </a:r>
            <a:r>
              <a:rPr lang="en-US" altLang="ko-KR"/>
              <a:t>Line 2</a:t>
            </a:r>
            <a:br>
              <a:rPr lang="en-US" altLang="ko-KR"/>
            </a:br>
            <a:r>
              <a:rPr lang="ko-KR" altLang="en-US" err="1"/>
              <a:t>셋쨰</a:t>
            </a:r>
            <a:r>
              <a:rPr lang="ko-KR" altLang="en-US"/>
              <a:t> 수준 </a:t>
            </a:r>
            <a:r>
              <a:rPr lang="en-US" altLang="ko-KR"/>
              <a:t>Line 3</a:t>
            </a:r>
          </a:p>
          <a:p>
            <a:pPr lvl="1"/>
            <a:r>
              <a:rPr lang="en-US" altLang="ko-KR"/>
              <a:t>Second Level (12pt)</a:t>
            </a:r>
            <a:endParaRPr lang="ko-KR" altLang="en-US"/>
          </a:p>
          <a:p>
            <a:pPr lvl="2"/>
            <a:r>
              <a:rPr lang="ko-KR" altLang="en-US"/>
              <a:t>셋째 수준 </a:t>
            </a:r>
            <a:r>
              <a:rPr lang="en-US" altLang="ko-KR"/>
              <a:t>(11pt)</a:t>
            </a:r>
            <a:br>
              <a:rPr lang="en-US" altLang="ko-KR"/>
            </a:br>
            <a:r>
              <a:rPr lang="en-US" altLang="ko-KR"/>
              <a:t>Line 2</a:t>
            </a:r>
          </a:p>
          <a:p>
            <a:pPr lvl="2"/>
            <a:r>
              <a:rPr lang="en-US" altLang="ko-KR"/>
              <a:t>Third Level (11pt)</a:t>
            </a:r>
            <a:br>
              <a:rPr lang="en-US" altLang="ko-KR"/>
            </a:br>
            <a:r>
              <a:rPr lang="en-US" altLang="ko-KR"/>
              <a:t>Line 2</a:t>
            </a:r>
          </a:p>
          <a:p>
            <a:pPr lvl="3"/>
            <a:r>
              <a:rPr lang="en-US" altLang="ko-KR"/>
              <a:t>Fourth Level (10pt)</a:t>
            </a:r>
            <a:br>
              <a:rPr lang="en-US" altLang="ko-KR"/>
            </a:br>
            <a:r>
              <a:rPr lang="en-US" altLang="ko-KR"/>
              <a:t>Line 2</a:t>
            </a:r>
          </a:p>
        </p:txBody>
      </p:sp>
    </p:spTree>
    <p:extLst>
      <p:ext uri="{BB962C8B-B14F-4D97-AF65-F5344CB8AC3E}">
        <p14:creationId xmlns:p14="http://schemas.microsoft.com/office/powerpoint/2010/main" val="133954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tags" Target="../tags/tag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3000" y="0"/>
            <a:ext cx="9360000" cy="4320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ko-KR" altLang="ko-KR" sz="180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95761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kumimoji="1" lang="ko-KR" altLang="en-US" sz="1600" b="1" kern="1200" baseline="0">
          <a:solidFill>
            <a:schemeClr val="tx1"/>
          </a:solidFill>
          <a:latin typeface="Arial" pitchFamily="34" charset="0"/>
          <a:ea typeface="HY헤드라인M" pitchFamily="18" charset="-127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SzPct val="70000"/>
        <a:buFont typeface="Wingdings" pitchFamily="2" charset="2"/>
        <a:buChar char=""/>
        <a:defRPr kumimoji="1" lang="ko-KR" altLang="en-US" sz="12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11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kumimoji="1" lang="ko-KR" altLang="en-US" sz="1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9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kumimoji="1" lang="ko-KR" altLang="en-US" sz="1400" kern="1200">
          <a:solidFill>
            <a:schemeClr val="tx1"/>
          </a:solidFill>
          <a:latin typeface="+mn-lt"/>
          <a:ea typeface="돋움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D42C837-8071-7C4E-E5CD-B00F63E58E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73000" y="0"/>
            <a:ext cx="9360000" cy="43200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ko-KR" altLang="ko-KR" sz="1800"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3377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9" r:id="rId4"/>
  </p:sldLayoutIdLst>
  <p:hf hdr="0" ftr="0" dt="0"/>
  <p:txStyles>
    <p:titleStyle>
      <a:lvl1pPr algn="ctr" defTabSz="914400" rtl="0" eaLnBrk="1" latinLnBrk="1" hangingPunct="1">
        <a:spcBef>
          <a:spcPct val="0"/>
        </a:spcBef>
        <a:buNone/>
        <a:defRPr kumimoji="1" lang="ko-KR" altLang="en-US" sz="1600" b="1" kern="1200" baseline="0">
          <a:solidFill>
            <a:schemeClr val="tx1"/>
          </a:solidFill>
          <a:latin typeface="Arial" pitchFamily="34" charset="0"/>
          <a:ea typeface="HY헤드라인M" pitchFamily="18" charset="-127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SzPct val="70000"/>
        <a:buFont typeface="Wingdings" pitchFamily="2" charset="2"/>
        <a:buChar char=""/>
        <a:defRPr kumimoji="1" lang="ko-KR" altLang="en-US" sz="12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11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kumimoji="1" lang="ko-KR" altLang="en-US" sz="1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9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kumimoji="1" lang="ko-KR" altLang="en-US" sz="1400" kern="1200">
          <a:solidFill>
            <a:schemeClr val="tx1"/>
          </a:solidFill>
          <a:latin typeface="+mn-lt"/>
          <a:ea typeface="돋움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개체 1" hidden="1"/>
          <p:cNvGraphicFramePr>
            <a:graphicFrameLocks noChangeAspect="1"/>
          </p:cNvGraphicFramePr>
          <p:nvPr userDrawn="1"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383" imgH="384" progId="TCLayout.ActiveDocument.1">
                  <p:embed/>
                </p:oleObj>
              </mc:Choice>
              <mc:Fallback>
                <p:oleObj name="think-cell Slide" r:id="rId5" imgW="383" imgH="384" progId="TCLayout.ActiveDocument.1">
                  <p:embed/>
                  <p:pic>
                    <p:nvPicPr>
                      <p:cNvPr id="2" name="개체 1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273000" y="0"/>
            <a:ext cx="9360000" cy="432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txBody>
          <a:bodyPr wrap="none" anchor="ctr"/>
          <a:lstStyle/>
          <a:p>
            <a:pPr algn="ctr"/>
            <a:endParaRPr lang="ko-KR" altLang="ko-KR" sz="1800">
              <a:ea typeface="맑은 고딕" pitchFamily="50" charset="-127"/>
            </a:endParaRPr>
          </a:p>
        </p:txBody>
      </p:sp>
      <p:sp>
        <p:nvSpPr>
          <p:cNvPr id="8" name="Rectangle 18"/>
          <p:cNvSpPr>
            <a:spLocks noChangeArrowheads="1"/>
          </p:cNvSpPr>
          <p:nvPr userDrawn="1"/>
        </p:nvSpPr>
        <p:spPr bwMode="auto">
          <a:xfrm>
            <a:off x="9667166" y="6659446"/>
            <a:ext cx="168316" cy="153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 algn="r" eaLnBrk="0" fontAlgn="b" latinLnBrk="0" hangingPunct="0"/>
            <a:fld id="{FEB5F6A5-EF32-478A-91D3-6932E69F7DCE}" type="slidenum">
              <a:rPr lang="en-US" altLang="ko-KR" sz="1000" b="1" smtClean="0">
                <a:latin typeface="맑은 고딕" pitchFamily="50" charset="-127"/>
                <a:ea typeface="맑은 고딕" pitchFamily="50" charset="-127"/>
              </a:rPr>
              <a:pPr algn="r" eaLnBrk="0" fontAlgn="b" latinLnBrk="0" hangingPunct="0"/>
              <a:t>‹#›</a:t>
            </a:fld>
            <a:endParaRPr lang="en-US" altLang="ko-KR" sz="10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바닥글 개체 틀 1"/>
          <p:cNvSpPr txBox="1">
            <a:spLocks/>
          </p:cNvSpPr>
          <p:nvPr userDrawn="1"/>
        </p:nvSpPr>
        <p:spPr>
          <a:xfrm>
            <a:off x="1003147" y="6661027"/>
            <a:ext cx="3928961" cy="152349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ko-KR"/>
            </a:defPPr>
            <a:lvl1pPr algn="r" fontAlgn="ctr">
              <a:lnSpc>
                <a:spcPct val="110000"/>
              </a:lnSpc>
              <a:defRPr sz="900">
                <a:solidFill>
                  <a:schemeClr val="bg2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algn="ctr" fontAlgn="ctr">
              <a:lnSpc>
                <a:spcPct val="110000"/>
              </a:lnSpc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>
              <a:defRPr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lvl="0" algn="l"/>
            <a:r>
              <a:rPr lang="ko-KR" altLang="en-US">
                <a:solidFill>
                  <a:schemeClr val="bg2"/>
                </a:solidFill>
              </a:rPr>
              <a:t>이 </a:t>
            </a:r>
            <a:r>
              <a:rPr lang="ko-KR" altLang="ko-KR">
                <a:solidFill>
                  <a:schemeClr val="bg2"/>
                </a:solidFill>
              </a:rPr>
              <a:t>정보</a:t>
            </a:r>
            <a:r>
              <a:rPr lang="en-US" altLang="ko-KR">
                <a:solidFill>
                  <a:schemeClr val="bg2"/>
                </a:solidFill>
              </a:rPr>
              <a:t>(</a:t>
            </a:r>
            <a:r>
              <a:rPr lang="ko-KR" altLang="ko-KR">
                <a:solidFill>
                  <a:schemeClr val="bg2"/>
                </a:solidFill>
              </a:rPr>
              <a:t>문서</a:t>
            </a:r>
            <a:r>
              <a:rPr lang="en-US" altLang="ko-KR">
                <a:solidFill>
                  <a:schemeClr val="bg2"/>
                </a:solidFill>
              </a:rPr>
              <a:t>)</a:t>
            </a:r>
            <a:r>
              <a:rPr lang="ko-KR" altLang="ko-KR">
                <a:solidFill>
                  <a:schemeClr val="bg2"/>
                </a:solidFill>
              </a:rPr>
              <a:t>는 </a:t>
            </a:r>
            <a:r>
              <a:rPr lang="en-US" altLang="ko-KR">
                <a:solidFill>
                  <a:schemeClr val="bg2"/>
                </a:solidFill>
              </a:rPr>
              <a:t>DL</a:t>
            </a:r>
            <a:r>
              <a:rPr lang="ko-KR" altLang="en-US">
                <a:solidFill>
                  <a:schemeClr val="bg2"/>
                </a:solidFill>
              </a:rPr>
              <a:t>이앤씨</a:t>
            </a:r>
            <a:r>
              <a:rPr lang="ko-KR" altLang="ko-KR">
                <a:solidFill>
                  <a:schemeClr val="bg2"/>
                </a:solidFill>
              </a:rPr>
              <a:t>의 자산으로서</a:t>
            </a:r>
            <a:r>
              <a:rPr lang="en-US" altLang="ko-KR">
                <a:solidFill>
                  <a:schemeClr val="bg2"/>
                </a:solidFill>
              </a:rPr>
              <a:t>, </a:t>
            </a:r>
            <a:r>
              <a:rPr lang="ko-KR" altLang="ko-KR">
                <a:solidFill>
                  <a:schemeClr val="bg2"/>
                </a:solidFill>
              </a:rPr>
              <a:t>허가 없는 사외반출을 금지합니다</a:t>
            </a:r>
            <a:r>
              <a:rPr lang="en-US" altLang="ko-KR">
                <a:solidFill>
                  <a:schemeClr val="bg2"/>
                </a:solidFill>
              </a:rPr>
              <a:t>.</a:t>
            </a:r>
            <a:endParaRPr lang="ko-KR" altLang="ko-KR">
              <a:solidFill>
                <a:schemeClr val="bg2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358" r="13971" b="30999"/>
          <a:stretch/>
        </p:blipFill>
        <p:spPr>
          <a:xfrm>
            <a:off x="276481" y="6421134"/>
            <a:ext cx="734814" cy="392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61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6" r:id="rId2"/>
  </p:sldLayoutIdLst>
  <p:txStyles>
    <p:titleStyle>
      <a:lvl1pPr algn="ctr" defTabSz="914400" rtl="0" eaLnBrk="1" latinLnBrk="1" hangingPunct="1">
        <a:spcBef>
          <a:spcPct val="0"/>
        </a:spcBef>
        <a:buNone/>
        <a:defRPr kumimoji="1" lang="ko-KR" altLang="en-US" sz="1600" b="1" kern="1200" baseline="0">
          <a:solidFill>
            <a:schemeClr val="tx1"/>
          </a:solidFill>
          <a:latin typeface="Arial" pitchFamily="34" charset="0"/>
          <a:ea typeface="HY헤드라인M" pitchFamily="18" charset="-127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SzPct val="70000"/>
        <a:buFont typeface="Wingdings" pitchFamily="2" charset="2"/>
        <a:buChar char=""/>
        <a:defRPr kumimoji="1" lang="ko-KR" altLang="en-US" sz="12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11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kumimoji="1" lang="ko-KR" altLang="en-US" sz="10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kumimoji="1" lang="ko-KR" altLang="en-US" sz="900" kern="1200" smtClean="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kumimoji="1" lang="ko-KR" altLang="en-US" sz="1400" kern="1200">
          <a:solidFill>
            <a:schemeClr val="tx1"/>
          </a:solidFill>
          <a:latin typeface="+mn-lt"/>
          <a:ea typeface="돋움" pitchFamily="50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emf"/><Relationship Id="rId5" Type="http://schemas.openxmlformats.org/officeDocument/2006/relationships/package" Target="../embeddings/Microsoft_Excel_Worksheet_8CB9C4DD.xlsx"/><Relationship Id="rId4" Type="http://schemas.openxmlformats.org/officeDocument/2006/relationships/image" Target="../media/image9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martdaelim.sharepoint.com/:x:/s/WAJGoldProject/IQCcS5JsyRlFQJ4FE7F-6mlaARFgwYXGy_LUPn-T8M0YNGw?e=ipwR5q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smartdaelim.sharepoint.com/:x:/s/WAJGoldProject/IQB0EpM4XPSzS7ht-wKXLUhgAeFgIiFWXzwSdn44D6l7iuM?e=4oHVz8" TargetMode="Externa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 bwMode="auto">
          <a:xfrm>
            <a:off x="5884651" y="3096885"/>
            <a:ext cx="3390182" cy="324843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endParaRPr kumimoji="1" lang="ko-KR" altLang="en-US" sz="120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324368" y="2642299"/>
            <a:ext cx="2879562" cy="39490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600" b="1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</a:rPr>
              <a:t>플랜트사업본부 </a:t>
            </a:r>
            <a:r>
              <a:rPr kumimoji="1" lang="en-US" altLang="ko-KR" sz="1600" b="1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</a:rPr>
              <a:t>/ </a:t>
            </a:r>
            <a:r>
              <a:rPr kumimoji="1" lang="ko-KR" altLang="en-US" sz="1600" b="1">
                <a:solidFill>
                  <a:srgbClr val="000000"/>
                </a:solidFill>
                <a:latin typeface="Arial Narrow" panose="020B0606020202030204" pitchFamily="34" charset="0"/>
                <a:ea typeface="맑은 고딕" pitchFamily="50" charset="-127"/>
              </a:rPr>
              <a:t>플랜트입찰팀</a:t>
            </a:r>
            <a:endParaRPr kumimoji="1" lang="en-US" altLang="ko-KR" sz="1600" b="1">
              <a:solidFill>
                <a:srgbClr val="000000"/>
              </a:solidFill>
              <a:latin typeface="Arial Narrow" panose="020B0606020202030204" pitchFamily="34" charset="0"/>
              <a:ea typeface="맑은 고딕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354184" y="3116068"/>
            <a:ext cx="1015269" cy="288147"/>
          </a:xfrm>
          <a:prstGeom prst="rect">
            <a:avLst/>
          </a:prstGeom>
        </p:spPr>
        <p:txBody>
          <a:bodyPr wrap="none" lIns="36000" tIns="36000" rIns="36000" bIns="3600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>
                <a:solidFill>
                  <a:srgbClr val="000000"/>
                </a:solidFill>
                <a:latin typeface="+mj-lt"/>
                <a:ea typeface="맑은 고딕" pitchFamily="50" charset="-127"/>
              </a:rPr>
              <a:t>2026-08-25</a:t>
            </a:r>
            <a:endParaRPr kumimoji="1" lang="ko-KR" altLang="en-US" sz="1400">
              <a:solidFill>
                <a:srgbClr val="000000"/>
              </a:solidFill>
              <a:latin typeface="+mj-lt"/>
              <a:ea typeface="맑은 고딕" pitchFamily="50" charset="-127"/>
            </a:endParaRPr>
          </a:p>
        </p:txBody>
      </p:sp>
      <p:sp>
        <p:nvSpPr>
          <p:cNvPr id="27" name="제목 4"/>
          <p:cNvSpPr txBox="1">
            <a:spLocks/>
          </p:cNvSpPr>
          <p:nvPr/>
        </p:nvSpPr>
        <p:spPr>
          <a:xfrm>
            <a:off x="304491" y="1863251"/>
            <a:ext cx="8490330" cy="566589"/>
          </a:xfrm>
          <a:prstGeom prst="rect">
            <a:avLst/>
          </a:prstGeom>
        </p:spPr>
        <p:txBody>
          <a:bodyPr lIns="36000" tIns="36000" rIns="36000" bIns="36000" anchor="b"/>
          <a:lstStyle>
            <a:lvl1pPr algn="ctr" defTabSz="914400" rtl="0" eaLnBrk="1" latinLnBrk="1" hangingPunct="1">
              <a:spcBef>
                <a:spcPct val="0"/>
              </a:spcBef>
              <a:buNone/>
              <a:defRPr kumimoji="1" lang="ko-KR" altLang="en-US" sz="1600" b="1" kern="1200" baseline="0">
                <a:solidFill>
                  <a:schemeClr val="tx1"/>
                </a:solidFill>
                <a:latin typeface="Arial" pitchFamily="34" charset="0"/>
                <a:ea typeface="HY헤드라인M" pitchFamily="18" charset="-127"/>
                <a:cs typeface="Arial" pitchFamily="34" charset="0"/>
              </a:defRPr>
            </a:lvl1pPr>
          </a:lstStyle>
          <a:p>
            <a:pPr algn="l" eaLnBrk="0" fontAlgn="base" hangingPunct="0">
              <a:spcAft>
                <a:spcPct val="0"/>
              </a:spcAft>
            </a:pPr>
            <a:r>
              <a:rPr kumimoji="0" lang="en-US" altLang="ko-KR" sz="3200" spc="-120">
                <a:solidFill>
                  <a:srgbClr val="002040"/>
                </a:solidFill>
                <a:latin typeface="Arial Narrow" panose="020B0606020202030204" pitchFamily="34" charset="0"/>
                <a:ea typeface="맑은 고딕" pitchFamily="50" charset="-127"/>
              </a:rPr>
              <a:t>Mansourah - Massarah Cluster Gold Project  </a:t>
            </a:r>
            <a:endParaRPr kumimoji="0" lang="en-US" altLang="en-US" sz="3200" spc="-120">
              <a:solidFill>
                <a:srgbClr val="002040"/>
              </a:solidFill>
              <a:latin typeface="Arial Narrow" panose="020B0606020202030204" pitchFamily="34" charset="0"/>
              <a:ea typeface="맑은 고딕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31045" y="2932984"/>
            <a:ext cx="1297397" cy="318924"/>
          </a:xfrm>
          <a:prstGeom prst="rect">
            <a:avLst/>
          </a:prstGeom>
          <a:solidFill>
            <a:schemeClr val="bg1"/>
          </a:solidFill>
        </p:spPr>
        <p:txBody>
          <a:bodyPr wrap="none" lIns="36000" tIns="36000" rIns="36000" bIns="36000" rtlCol="0">
            <a:spAutoFit/>
          </a:bodyPr>
          <a:lstStyle/>
          <a:p>
            <a:pPr>
              <a:spcBef>
                <a:spcPct val="0"/>
              </a:spcBef>
              <a:buSzPct val="100000"/>
            </a:pPr>
            <a:r>
              <a:rPr kumimoji="1" lang="en-US" altLang="ko-KR" sz="1600" b="1">
                <a:solidFill>
                  <a:srgbClr val="000000"/>
                </a:solidFill>
                <a:latin typeface="Arial Narrow" panose="020B0606020202030204" pitchFamily="34" charset="0"/>
                <a:ea typeface="굴림" pitchFamily="50" charset="-127"/>
              </a:rPr>
              <a:t>【 Contents 】</a:t>
            </a:r>
            <a:endParaRPr kumimoji="1" lang="ko-KR" altLang="en-US" sz="1600" b="1">
              <a:solidFill>
                <a:srgbClr val="000000"/>
              </a:solidFill>
              <a:latin typeface="Arial Narrow" panose="020B0606020202030204" pitchFamily="34" charset="0"/>
              <a:ea typeface="굴림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913440" y="512676"/>
            <a:ext cx="707528" cy="2888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lIns="36000" tIns="36000" rIns="36000" bIns="36000" rtlCol="0">
            <a:noAutofit/>
          </a:bodyPr>
          <a:lstStyle>
            <a:defPPr>
              <a:defRPr lang="ko-KR"/>
            </a:defPPr>
            <a:lvl1pPr fontAlgn="base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rgbClr val="FF0000"/>
                </a:solidFill>
                <a:latin typeface="Arial" charset="0"/>
                <a:ea typeface="맑은 고딕" pitchFamily="50" charset="-127"/>
              </a:defRPr>
            </a:lvl1pPr>
            <a:lvl2pPr fontAlgn="base">
              <a:spcBef>
                <a:spcPct val="0"/>
              </a:spcBef>
              <a:spcAft>
                <a:spcPct val="0"/>
              </a:spcAft>
              <a:defRPr kumimoji="1" sz="1400" b="1">
                <a:latin typeface="Arial" charset="0"/>
                <a:ea typeface="HY중고딕" pitchFamily="18" charset="-127"/>
              </a:defRPr>
            </a:lvl2pPr>
            <a:lvl3pPr fontAlgn="base">
              <a:spcBef>
                <a:spcPct val="0"/>
              </a:spcBef>
              <a:spcAft>
                <a:spcPct val="0"/>
              </a:spcAft>
              <a:defRPr kumimoji="1" sz="1400" b="1">
                <a:latin typeface="Arial" charset="0"/>
                <a:ea typeface="HY중고딕" pitchFamily="18" charset="-127"/>
              </a:defRPr>
            </a:lvl3pPr>
            <a:lvl4pPr fontAlgn="base">
              <a:spcBef>
                <a:spcPct val="0"/>
              </a:spcBef>
              <a:spcAft>
                <a:spcPct val="0"/>
              </a:spcAft>
              <a:defRPr kumimoji="1" sz="1400" b="1">
                <a:latin typeface="Arial" charset="0"/>
                <a:ea typeface="HY중고딕" pitchFamily="18" charset="-127"/>
              </a:defRPr>
            </a:lvl4pPr>
            <a:lvl5pPr fontAlgn="base">
              <a:spcBef>
                <a:spcPct val="0"/>
              </a:spcBef>
              <a:spcAft>
                <a:spcPct val="0"/>
              </a:spcAft>
              <a:defRPr kumimoji="1" sz="1400" b="1">
                <a:latin typeface="Arial" charset="0"/>
                <a:ea typeface="HY중고딕" pitchFamily="18" charset="-127"/>
              </a:defRPr>
            </a:lvl5pPr>
            <a:lvl6pPr>
              <a:defRPr kumimoji="1" sz="1400" b="1">
                <a:latin typeface="Arial" charset="0"/>
                <a:ea typeface="HY중고딕" pitchFamily="18" charset="-127"/>
              </a:defRPr>
            </a:lvl6pPr>
            <a:lvl7pPr>
              <a:defRPr kumimoji="1" sz="1400" b="1">
                <a:latin typeface="Arial" charset="0"/>
                <a:ea typeface="HY중고딕" pitchFamily="18" charset="-127"/>
              </a:defRPr>
            </a:lvl7pPr>
            <a:lvl8pPr>
              <a:defRPr kumimoji="1" sz="1400" b="1">
                <a:latin typeface="Arial" charset="0"/>
                <a:ea typeface="HY중고딕" pitchFamily="18" charset="-127"/>
              </a:defRPr>
            </a:lvl8pPr>
            <a:lvl9pPr>
              <a:defRPr kumimoji="1" sz="1400" b="1">
                <a:latin typeface="Arial" charset="0"/>
                <a:ea typeface="HY중고딕" pitchFamily="18" charset="-127"/>
              </a:defRPr>
            </a:lvl9pPr>
          </a:lstStyle>
          <a:p>
            <a:pPr algn="ctr">
              <a:defRPr/>
            </a:pPr>
            <a:r>
              <a:rPr lang="ko-KR" altLang="en-US"/>
              <a:t>사외비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1659" y="6574179"/>
            <a:ext cx="4034291" cy="211203"/>
          </a:xfrm>
          <a:prstGeom prst="rect">
            <a:avLst/>
          </a:prstGeom>
        </p:spPr>
        <p:txBody>
          <a:bodyPr wrap="none" lIns="72000" tIns="36000" rIns="72000" bIns="36000" rtlCol="0">
            <a:spAutoFit/>
          </a:bodyPr>
          <a:lstStyle/>
          <a:p>
            <a:pPr latinLnBrk="0">
              <a:defRPr/>
            </a:pP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이 정보</a:t>
            </a:r>
            <a:r>
              <a:rPr lang="en-US" altLang="ko-KR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문서</a:t>
            </a:r>
            <a:r>
              <a:rPr lang="en-US" altLang="ko-KR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는 </a:t>
            </a:r>
            <a:r>
              <a:rPr lang="en-US" altLang="ko-KR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DL</a:t>
            </a:r>
            <a:r>
              <a:rPr lang="ko-KR" altLang="en-US" sz="900" err="1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이앤씨의</a:t>
            </a: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 자산으로서</a:t>
            </a:r>
            <a:r>
              <a:rPr lang="en-US" altLang="ko-KR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허가 없는 </a:t>
            </a:r>
            <a:r>
              <a:rPr lang="ko-KR" altLang="en-US" sz="900" err="1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사외반출을</a:t>
            </a:r>
            <a:r>
              <a:rPr lang="ko-KR" altLang="en-US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 금지합니다</a:t>
            </a:r>
            <a:r>
              <a:rPr lang="en-US" altLang="ko-KR" sz="900">
                <a:solidFill>
                  <a:srgbClr val="919191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lang="ko-KR" altLang="en-US" sz="900">
              <a:solidFill>
                <a:srgbClr val="91919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9" name="그림 2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47" y="6285094"/>
            <a:ext cx="1027172" cy="289084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41132" y="3370734"/>
            <a:ext cx="2908159" cy="2327166"/>
          </a:xfrm>
          <a:prstGeom prst="rect">
            <a:avLst/>
          </a:prstGeom>
        </p:spPr>
        <p:txBody>
          <a:bodyPr wrap="none" lIns="36000" tIns="36000" rIns="36000" bIns="36000" rtlCol="0">
            <a:spAutoFit/>
          </a:bodyPr>
          <a:lstStyle/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ko-KR" altLang="en-US" sz="1400" b="1">
                <a:solidFill>
                  <a:srgbClr val="000000"/>
                </a:solidFill>
                <a:latin typeface="+mj-ea"/>
                <a:ea typeface="+mj-ea"/>
              </a:rPr>
              <a:t>사업</a:t>
            </a:r>
            <a:r>
              <a:rPr kumimoji="1" lang="en-US" altLang="ko-KR" sz="1400" b="1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kumimoji="1" lang="ko-KR" altLang="en-US" sz="1400" b="1">
                <a:solidFill>
                  <a:srgbClr val="000000"/>
                </a:solidFill>
                <a:latin typeface="+mj-ea"/>
                <a:ea typeface="+mj-ea"/>
              </a:rPr>
              <a:t>개요</a:t>
            </a:r>
            <a:endParaRPr kumimoji="1" lang="en-US" altLang="ko-KR" sz="1400" b="1">
              <a:solidFill>
                <a:srgbClr val="000000"/>
              </a:solidFill>
              <a:latin typeface="+mj-ea"/>
              <a:ea typeface="+mj-ea"/>
            </a:endParaRPr>
          </a:p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ko-KR" altLang="en-US" sz="1400" b="1">
                <a:solidFill>
                  <a:srgbClr val="000000"/>
                </a:solidFill>
                <a:latin typeface="+mj-ea"/>
                <a:ea typeface="+mj-ea"/>
              </a:rPr>
              <a:t>주요 계약 조건</a:t>
            </a:r>
            <a:endParaRPr kumimoji="1" lang="en-US" altLang="ko-KR" sz="1400" b="1">
              <a:solidFill>
                <a:srgbClr val="000000"/>
              </a:solidFill>
              <a:latin typeface="+mj-ea"/>
              <a:ea typeface="+mj-ea"/>
            </a:endParaRPr>
          </a:p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en-US" altLang="ko-KR" sz="1400" b="1">
                <a:solidFill>
                  <a:srgbClr val="000000"/>
                </a:solidFill>
                <a:latin typeface="+mj-ea"/>
                <a:ea typeface="+mj-ea"/>
              </a:rPr>
              <a:t>Scope of Services (FEED only)</a:t>
            </a:r>
          </a:p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en-US" altLang="ko-KR" sz="1400" b="1">
                <a:solidFill>
                  <a:srgbClr val="000000"/>
                </a:solidFill>
                <a:latin typeface="+mj-ea"/>
                <a:ea typeface="+mj-ea"/>
              </a:rPr>
              <a:t>Phase-1 Scope Of Work (SOW)</a:t>
            </a:r>
          </a:p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en-US" altLang="ko-KR" sz="1400" b="1">
                <a:solidFill>
                  <a:srgbClr val="000000"/>
                </a:solidFill>
                <a:latin typeface="+mj-ea"/>
                <a:ea typeface="+mj-ea"/>
              </a:rPr>
              <a:t>Proposal Schedule</a:t>
            </a:r>
          </a:p>
          <a:p>
            <a:pPr marL="180975" indent="-180975">
              <a:spcBef>
                <a:spcPct val="0"/>
              </a:spcBef>
              <a:spcAft>
                <a:spcPts val="1500"/>
              </a:spcAft>
              <a:buSzPct val="100000"/>
              <a:buFontTx/>
              <a:buAutoNum type="arabicPeriod"/>
            </a:pPr>
            <a:r>
              <a:rPr kumimoji="1" lang="ko-KR" altLang="en-US" sz="1400" b="1">
                <a:solidFill>
                  <a:srgbClr val="000000"/>
                </a:solidFill>
                <a:latin typeface="+mj-ea"/>
                <a:ea typeface="+mj-ea"/>
              </a:rPr>
              <a:t>협조 요청 사항 </a:t>
            </a:r>
            <a:endParaRPr kumimoji="1" lang="en-US" altLang="ko-KR" sz="1400" b="1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49201" y="5816726"/>
            <a:ext cx="681844" cy="288147"/>
          </a:xfrm>
          <a:prstGeom prst="rect">
            <a:avLst/>
          </a:prstGeom>
        </p:spPr>
        <p:txBody>
          <a:bodyPr wrap="none" lIns="36000" tIns="36000" rIns="36000" bIns="36000" rtlCol="0">
            <a:spAutoFit/>
          </a:bodyPr>
          <a:lstStyle/>
          <a:p>
            <a:pPr>
              <a:spcBef>
                <a:spcPct val="0"/>
              </a:spcBef>
              <a:buSzPct val="100000"/>
            </a:pPr>
            <a:r>
              <a:rPr kumimoji="1" lang="ko-KR" altLang="en-US" sz="1400" b="1">
                <a:solidFill>
                  <a:srgbClr val="00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첨부</a:t>
            </a:r>
            <a:r>
              <a:rPr kumimoji="1" lang="en-US" altLang="ko-KR" sz="1400" b="1">
                <a:solidFill>
                  <a:srgbClr val="000000"/>
                </a:solidFill>
                <a:latin typeface="Arial Narrow" panose="020B0606020202030204" pitchFamily="34" charset="0"/>
                <a:ea typeface="맑은 고딕" panose="020B0503020000020004" pitchFamily="50" charset="-127"/>
              </a:rPr>
              <a:t>1~4</a:t>
            </a:r>
            <a:endParaRPr kumimoji="1" lang="ko-KR" altLang="en-US" sz="1400" b="1">
              <a:solidFill>
                <a:srgbClr val="000000"/>
              </a:solidFill>
              <a:latin typeface="Arial Narrow" panose="020B0606020202030204" pitchFamily="34" charset="0"/>
              <a:ea typeface="맑은 고딕" panose="020B0503020000020004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F7D19300-D8AA-96B8-6C84-7BF3EAFEA0CC}"/>
              </a:ext>
            </a:extLst>
          </p:cNvPr>
          <p:cNvSpPr/>
          <p:nvPr/>
        </p:nvSpPr>
        <p:spPr bwMode="auto">
          <a:xfrm>
            <a:off x="384003" y="1371603"/>
            <a:ext cx="2078966" cy="310551"/>
          </a:xfrm>
          <a:prstGeom prst="rect">
            <a:avLst/>
          </a:prstGeom>
          <a:solidFill>
            <a:srgbClr val="002060"/>
          </a:solidFill>
          <a:ln w="9525">
            <a:solidFill>
              <a:srgbClr val="002060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fontAlgn="base" latinLnBrk="0">
              <a:spcBef>
                <a:spcPct val="50000"/>
              </a:spcBef>
              <a:spcAft>
                <a:spcPct val="0"/>
              </a:spcAft>
            </a:pPr>
            <a:r>
              <a:rPr kumimoji="1" lang="en-US" altLang="ko-KR" sz="1400" b="1">
                <a:solidFill>
                  <a:srgbClr val="FFFFFF"/>
                </a:solidFill>
                <a:latin typeface="Arial Narrow" panose="020B0606020202030204" pitchFamily="34" charset="0"/>
                <a:ea typeface="맑은 고딕" pitchFamily="50" charset="-127"/>
              </a:rPr>
              <a:t>Proposal</a:t>
            </a:r>
            <a:r>
              <a:rPr kumimoji="1" lang="ko-KR" altLang="en-US" sz="1400" b="1">
                <a:solidFill>
                  <a:srgbClr val="FFFFFF"/>
                </a:solidFill>
                <a:latin typeface="Arial Narrow" panose="020B0606020202030204" pitchFamily="34" charset="0"/>
                <a:ea typeface="맑은 고딕" pitchFamily="50" charset="-127"/>
              </a:rPr>
              <a:t> </a:t>
            </a:r>
            <a:r>
              <a:rPr kumimoji="1" lang="en-US" altLang="ko-KR" sz="1400" b="1">
                <a:solidFill>
                  <a:srgbClr val="FFFFFF"/>
                </a:solidFill>
                <a:latin typeface="Arial Narrow" panose="020B0606020202030204" pitchFamily="34" charset="0"/>
                <a:ea typeface="맑은 고딕" pitchFamily="50" charset="-127"/>
              </a:rPr>
              <a:t>KOM</a:t>
            </a:r>
            <a:endParaRPr kumimoji="1" lang="ko-KR" altLang="en-US" sz="1400" b="1">
              <a:solidFill>
                <a:srgbClr val="FFFFFF"/>
              </a:solidFill>
              <a:latin typeface="Arial Narrow" panose="020B0606020202030204" pitchFamily="34" charset="0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44429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73000" y="57089"/>
            <a:ext cx="1758027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사업개요 </a:t>
            </a:r>
            <a:r>
              <a:rPr lang="en-US" altLang="ko-KR">
                <a:latin typeface="+mj-ea"/>
                <a:ea typeface="+mj-ea"/>
              </a:rPr>
              <a:t>(1/3)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134281FE-4122-ED07-3C54-936BB02CFC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09443" y="117990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979C40D-2374-FAFD-4AC6-CADB2B24E3DE}"/>
              </a:ext>
            </a:extLst>
          </p:cNvPr>
          <p:cNvGrpSpPr/>
          <p:nvPr/>
        </p:nvGrpSpPr>
        <p:grpSpPr>
          <a:xfrm>
            <a:off x="5108984" y="615109"/>
            <a:ext cx="4523966" cy="293611"/>
            <a:chOff x="283840" y="1367309"/>
            <a:chExt cx="4068453" cy="293611"/>
          </a:xfrm>
        </p:grpSpPr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57605DB5-423A-7E6B-C1ED-1D86CA25049B}"/>
                </a:ext>
              </a:extLst>
            </p:cNvPr>
            <p:cNvCxnSpPr/>
            <p:nvPr/>
          </p:nvCxnSpPr>
          <p:spPr>
            <a:xfrm>
              <a:off x="283840" y="1660920"/>
              <a:ext cx="4068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E501E04-D155-0377-0341-0314D5B6AAF9}"/>
                </a:ext>
              </a:extLst>
            </p:cNvPr>
            <p:cNvSpPr txBox="1"/>
            <p:nvPr/>
          </p:nvSpPr>
          <p:spPr>
            <a:xfrm>
              <a:off x="283840" y="1367309"/>
              <a:ext cx="4068453" cy="288147"/>
            </a:xfrm>
            <a:prstGeom prst="rect">
              <a:avLst/>
            </a:prstGeom>
          </p:spPr>
          <p:txBody>
            <a:bodyPr wrap="square" lIns="36000" tIns="36000" rIns="36000" bIns="3600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>
                  <a:solidFill>
                    <a:srgbClr val="000000"/>
                  </a:solidFill>
                  <a:latin typeface="Arial Narrow" panose="020B0606020202030204" pitchFamily="34" charset="0"/>
                  <a:ea typeface="맑은 고딕"/>
                </a:rPr>
                <a:t>사업부지 및 사업 추진 현황</a:t>
              </a:r>
              <a:endPara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/>
                <a:cs typeface="+mn-cs"/>
              </a:endParaRP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27344B0-CADE-C24D-A492-A433EAB6F8BC}"/>
              </a:ext>
            </a:extLst>
          </p:cNvPr>
          <p:cNvGrpSpPr/>
          <p:nvPr/>
        </p:nvGrpSpPr>
        <p:grpSpPr>
          <a:xfrm>
            <a:off x="272480" y="615109"/>
            <a:ext cx="4523966" cy="293611"/>
            <a:chOff x="283840" y="1367309"/>
            <a:chExt cx="4068453" cy="293611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020EA13B-EE19-654F-A684-A787EB286C4A}"/>
                </a:ext>
              </a:extLst>
            </p:cNvPr>
            <p:cNvCxnSpPr/>
            <p:nvPr/>
          </p:nvCxnSpPr>
          <p:spPr>
            <a:xfrm>
              <a:off x="283840" y="1660920"/>
              <a:ext cx="4068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622F26-D790-C287-419D-A48050455F43}"/>
                </a:ext>
              </a:extLst>
            </p:cNvPr>
            <p:cNvSpPr txBox="1"/>
            <p:nvPr/>
          </p:nvSpPr>
          <p:spPr>
            <a:xfrm>
              <a:off x="283840" y="1367309"/>
              <a:ext cx="4068453" cy="288147"/>
            </a:xfrm>
            <a:prstGeom prst="rect">
              <a:avLst/>
            </a:prstGeom>
          </p:spPr>
          <p:txBody>
            <a:bodyPr wrap="square" lIns="36000" tIns="36000" rIns="36000" bIns="3600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/>
                  <a:cs typeface="+mn-cs"/>
                </a:rPr>
                <a:t>사업개요</a:t>
              </a:r>
            </a:p>
          </p:txBody>
        </p:sp>
      </p:grp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AF08C36-BBF3-083E-D13F-958172FF3C06}"/>
              </a:ext>
            </a:extLst>
          </p:cNvPr>
          <p:cNvSpPr/>
          <p:nvPr/>
        </p:nvSpPr>
        <p:spPr>
          <a:xfrm>
            <a:off x="5090152" y="971231"/>
            <a:ext cx="918841" cy="27186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1" algn="l" defTabSz="914400" rtl="0" eaLnBrk="1" fontAlgn="base" latinLnBrk="1" hangingPunct="1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altLang="ko-KR" sz="1200" b="1">
                <a:solidFill>
                  <a:srgbClr val="000000"/>
                </a:solidFill>
                <a:latin typeface="Arial Narrow"/>
                <a:ea typeface="맑은 고딕"/>
              </a:rPr>
              <a:t>[</a:t>
            </a:r>
            <a:r>
              <a:rPr lang="ko-KR" altLang="en-US" sz="1200" b="1">
                <a:solidFill>
                  <a:srgbClr val="000000"/>
                </a:solidFill>
                <a:latin typeface="Arial Narrow"/>
                <a:ea typeface="맑은 고딕"/>
              </a:rPr>
              <a:t>사업 위치</a:t>
            </a:r>
            <a:r>
              <a:rPr lang="en-US" altLang="ko-KR" sz="1200" b="1">
                <a:solidFill>
                  <a:srgbClr val="000000"/>
                </a:solidFill>
                <a:latin typeface="Arial Narrow"/>
                <a:ea typeface="맑은 고딕"/>
              </a:rPr>
              <a:t>]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맑은 고딕"/>
              <a:cs typeface="+mn-cs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AAD322B-F7D1-66F0-CCAA-93BA20EA3B02}"/>
              </a:ext>
            </a:extLst>
          </p:cNvPr>
          <p:cNvSpPr/>
          <p:nvPr/>
        </p:nvSpPr>
        <p:spPr bwMode="auto">
          <a:xfrm>
            <a:off x="5146258" y="4179643"/>
            <a:ext cx="862735" cy="28729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lIns="35908" tIns="35908" rIns="35908" bIns="35908" rtlCol="0" anchor="ctr"/>
          <a:lstStyle/>
          <a:p>
            <a:pPr defTabSz="912114" latinLnBrk="0">
              <a:spcBef>
                <a:spcPct val="50000"/>
              </a:spcBef>
              <a:defRPr/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사업 일정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]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 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F1C1B8-065D-99D2-58DC-692937227999}"/>
              </a:ext>
            </a:extLst>
          </p:cNvPr>
          <p:cNvSpPr/>
          <p:nvPr/>
        </p:nvSpPr>
        <p:spPr bwMode="auto">
          <a:xfrm>
            <a:off x="220192" y="1018233"/>
            <a:ext cx="949605" cy="3087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사업명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3C627DB-8649-CEBD-1D24-A357D93F4DFA}"/>
              </a:ext>
            </a:extLst>
          </p:cNvPr>
          <p:cNvSpPr/>
          <p:nvPr/>
        </p:nvSpPr>
        <p:spPr bwMode="auto">
          <a:xfrm>
            <a:off x="220192" y="1413195"/>
            <a:ext cx="947154" cy="31793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사업주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10AE41-E642-449B-1868-6BD90FC27019}"/>
              </a:ext>
            </a:extLst>
          </p:cNvPr>
          <p:cNvSpPr/>
          <p:nvPr/>
        </p:nvSpPr>
        <p:spPr bwMode="auto">
          <a:xfrm>
            <a:off x="220193" y="1807317"/>
            <a:ext cx="935534" cy="41908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위치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04DD00F-00D6-B7EE-898F-C5AB0F9243B1}"/>
              </a:ext>
            </a:extLst>
          </p:cNvPr>
          <p:cNvSpPr/>
          <p:nvPr/>
        </p:nvSpPr>
        <p:spPr bwMode="auto">
          <a:xfrm>
            <a:off x="220192" y="2829531"/>
            <a:ext cx="935533" cy="42215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rPr>
              <a:t>사업재원 </a:t>
            </a: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rPr>
              <a:t>/ </a:t>
            </a:r>
            <a:r>
              <a:rPr lang="en-US" altLang="ko-KR" sz="1100">
                <a:solidFill>
                  <a:srgbClr val="000000"/>
                </a:solidFill>
                <a:latin typeface="맑은 고딕"/>
                <a:ea typeface="맑은 고딕"/>
              </a:rPr>
              <a:t> </a:t>
            </a: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/>
                <a:ea typeface="맑은 고딕"/>
              </a:rPr>
              <a:t>예상금액</a:t>
            </a:r>
            <a:endParaRPr lang="ko-KR">
              <a:latin typeface="맑은 고딕"/>
              <a:ea typeface="맑은 고딕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1587B0E0-151A-1317-AB2D-7A5D86BAAE77}"/>
              </a:ext>
            </a:extLst>
          </p:cNvPr>
          <p:cNvSpPr/>
          <p:nvPr/>
        </p:nvSpPr>
        <p:spPr bwMode="auto">
          <a:xfrm>
            <a:off x="220192" y="2322668"/>
            <a:ext cx="935533" cy="42063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>
              <a:defRPr/>
            </a:pPr>
            <a:r>
              <a:rPr lang="ko-KR" sz="1100">
                <a:solidFill>
                  <a:srgbClr val="000000"/>
                </a:solidFill>
                <a:latin typeface="Arial Narrow"/>
                <a:ea typeface="맑은 고딕"/>
              </a:rPr>
              <a:t>사업추진 </a:t>
            </a:r>
            <a:endParaRPr lang="en-US" altLang="ko-KR" sz="1100">
              <a:solidFill>
                <a:srgbClr val="000000"/>
              </a:solidFill>
              <a:latin typeface="Arial Narrow"/>
              <a:ea typeface="맑은 고딕"/>
            </a:endParaRPr>
          </a:p>
          <a:p>
            <a:pPr algn="ctr"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맑은 고딕"/>
              </a:rPr>
              <a:t>배경</a:t>
            </a:r>
            <a:endParaRPr lang="en-US" altLang="ko-KR" sz="1100">
              <a:solidFill>
                <a:srgbClr val="000000"/>
              </a:solidFill>
              <a:latin typeface="Arial Narrow"/>
              <a:ea typeface="맑은 고딕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DBABB02-FB48-0344-6DA2-BE05ADD17A26}"/>
              </a:ext>
            </a:extLst>
          </p:cNvPr>
          <p:cNvSpPr/>
          <p:nvPr/>
        </p:nvSpPr>
        <p:spPr bwMode="auto">
          <a:xfrm>
            <a:off x="220192" y="3337915"/>
            <a:ext cx="935534" cy="40845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설비용량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0D4C151-F397-8A1E-B3A4-653F897D76A0}"/>
              </a:ext>
            </a:extLst>
          </p:cNvPr>
          <p:cNvSpPr/>
          <p:nvPr/>
        </p:nvSpPr>
        <p:spPr bwMode="auto">
          <a:xfrm>
            <a:off x="220714" y="5892548"/>
            <a:ext cx="935534" cy="40078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경쟁구도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DE6F1D2-2B0F-0D4C-45B6-EF63B1E3C3FC}"/>
              </a:ext>
            </a:extLst>
          </p:cNvPr>
          <p:cNvSpPr/>
          <p:nvPr/>
        </p:nvSpPr>
        <p:spPr bwMode="auto">
          <a:xfrm>
            <a:off x="220191" y="4254444"/>
            <a:ext cx="935534" cy="32557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defRPr/>
            </a:pPr>
            <a:r>
              <a:rPr lang="en-US" altLang="ko-KR" sz="1100" err="1">
                <a:solidFill>
                  <a:srgbClr val="000000"/>
                </a:solidFill>
                <a:latin typeface="Arial Narrow"/>
                <a:ea typeface="맑은 고딕"/>
              </a:rPr>
              <a:t>사업</a:t>
            </a:r>
            <a:r>
              <a:rPr lang="en-US" altLang="ko-KR" sz="1100">
                <a:solidFill>
                  <a:srgbClr val="000000"/>
                </a:solidFill>
                <a:latin typeface="Arial Narrow"/>
                <a:ea typeface="맑은 고딕"/>
              </a:rPr>
              <a:t> </a:t>
            </a:r>
            <a:r>
              <a:rPr lang="en-US" altLang="ko-KR" sz="1100" err="1">
                <a:solidFill>
                  <a:srgbClr val="000000"/>
                </a:solidFill>
                <a:latin typeface="Arial Narrow"/>
                <a:ea typeface="맑은 고딕"/>
              </a:rPr>
              <a:t>기간</a:t>
            </a:r>
            <a:endParaRPr lang="en-US" altLang="ko-KR" sz="1100" err="1">
              <a:solidFill>
                <a:srgbClr val="000000"/>
              </a:solidFill>
              <a:latin typeface="Arial Narrow"/>
              <a:ea typeface="맑은 고딕" pitchFamily="50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D7C51A7-8423-B567-6F0D-79459C6A4A1E}"/>
              </a:ext>
            </a:extLst>
          </p:cNvPr>
          <p:cNvSpPr/>
          <p:nvPr/>
        </p:nvSpPr>
        <p:spPr>
          <a:xfrm>
            <a:off x="1268700" y="1050826"/>
            <a:ext cx="2374368" cy="258340"/>
          </a:xfrm>
          <a:prstGeom prst="rect">
            <a:avLst/>
          </a:prstGeom>
        </p:spPr>
        <p:txBody>
          <a:bodyPr wrap="none" lIns="91440" tIns="45720" rIns="91440" bIns="45720" anchor="ctr">
            <a:spAutoFit/>
          </a:bodyPr>
          <a:lstStyle/>
          <a:p>
            <a:pPr marL="180975" marR="0" lvl="1" indent="-180975" algn="l" defTabSz="914400" rtl="0" eaLnBrk="1" fontAlgn="base" latinLnBrk="1" hangingPunct="1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사우디 </a:t>
            </a:r>
            <a:r>
              <a:rPr lang="ko-KR" altLang="en-US" sz="1050" err="1">
                <a:solidFill>
                  <a:srgbClr val="000000"/>
                </a:solidFill>
                <a:latin typeface="Arial Narrow"/>
                <a:ea typeface="맑은 고딕"/>
              </a:rPr>
              <a:t>마덴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 </a:t>
            </a:r>
            <a:r>
              <a:rPr lang="en-US" sz="1050">
                <a:solidFill>
                  <a:srgbClr val="000000"/>
                </a:solidFill>
                <a:latin typeface="Arial Narrow"/>
                <a:ea typeface="맑은 고딕"/>
              </a:rPr>
              <a:t>MMC Gold FEED Project</a:t>
            </a:r>
            <a:r>
              <a:rPr lang="en-US" sz="1100" b="1">
                <a:latin typeface="맑은 고딕"/>
                <a:ea typeface="맑은 고딕"/>
                <a:cs typeface="맑은 고딕"/>
              </a:rPr>
              <a:t> </a:t>
            </a:r>
            <a:endParaRPr kumimoji="0" lang="en-US" altLang="ko-KR" sz="105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맑은 고딕"/>
              <a:cs typeface="+mn-cs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05539D-2A1B-029D-048D-500AFCA124A1}"/>
              </a:ext>
            </a:extLst>
          </p:cNvPr>
          <p:cNvSpPr/>
          <p:nvPr/>
        </p:nvSpPr>
        <p:spPr>
          <a:xfrm>
            <a:off x="1268700" y="1453121"/>
            <a:ext cx="2484976" cy="256993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171450" marR="0" lvl="0" indent="-171450" algn="l" defTabSz="914400" rtl="0" eaLnBrk="1" fontAlgn="auto" latinLnBrk="1" hangingPunct="1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05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/>
                <a:ea typeface="맑은 고딕"/>
                <a:cs typeface="+mn-cs"/>
              </a:rPr>
              <a:t>Ma’aden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 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</a:rPr>
              <a:t>(Saudi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 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</a:rPr>
              <a:t>Arabian Mining Company)</a:t>
            </a:r>
            <a:endParaRPr kumimoji="0" lang="en-US" altLang="ko-KR" sz="105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맑은 고딕"/>
              <a:cs typeface="+mn-cs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B56EAFDF-AD06-A698-E292-AB9DC10868E8}"/>
              </a:ext>
            </a:extLst>
          </p:cNvPr>
          <p:cNvSpPr/>
          <p:nvPr/>
        </p:nvSpPr>
        <p:spPr>
          <a:xfrm>
            <a:off x="1268700" y="5867686"/>
            <a:ext cx="3992072" cy="43640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80975" lvl="1" indent="-180975" fontAlgn="base" latinLnBrk="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DL E&amp;C, TR(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스페인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), L&amp;T (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인도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) -  3개업체 중 2개 </a:t>
            </a:r>
            <a:r>
              <a:rPr lang="en-US" altLang="ko-KR" sz="1050" err="1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업체를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 </a:t>
            </a:r>
            <a:r>
              <a:rPr lang="en-US" altLang="ko-KR" sz="1050" err="1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선정하여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 </a:t>
            </a:r>
            <a:r>
              <a:rPr lang="en-US" altLang="ko-KR" sz="1050" b="1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Dual FEED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 </a:t>
            </a:r>
            <a:r>
              <a:rPr lang="en-US" altLang="ko-KR" sz="1050" err="1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형태로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 </a:t>
            </a:r>
            <a:r>
              <a:rPr lang="en-US" altLang="ko-KR" sz="1050" err="1">
                <a:solidFill>
                  <a:srgbClr val="000000"/>
                </a:solidFill>
                <a:latin typeface="Arial Narrow"/>
                <a:ea typeface="맑은 고딕"/>
                <a:cs typeface="Arial"/>
                <a:sym typeface="Wingdings" pitchFamily="2" charset="2"/>
              </a:rPr>
              <a:t>진행</a:t>
            </a:r>
            <a:endParaRPr lang="en-US" altLang="ko-KR" sz="1050">
              <a:solidFill>
                <a:srgbClr val="000000"/>
              </a:solidFill>
              <a:latin typeface="Arial Narrow"/>
              <a:ea typeface="맑은 고딕"/>
              <a:cs typeface="Arial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F890969-1835-30E0-16B7-7DA42704A89B}"/>
              </a:ext>
            </a:extLst>
          </p:cNvPr>
          <p:cNvSpPr/>
          <p:nvPr/>
        </p:nvSpPr>
        <p:spPr>
          <a:xfrm>
            <a:off x="1268700" y="2786423"/>
            <a:ext cx="3472280" cy="475002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사업주 재원</a:t>
            </a:r>
            <a:endParaRPr lang="en-US" altLang="ko-KR" sz="1050">
              <a:solidFill>
                <a:srgbClr val="000000"/>
              </a:solidFill>
              <a:latin typeface="Arial Narrow"/>
              <a:ea typeface="맑은 고딕"/>
            </a:endParaRPr>
          </a:p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50">
                <a:latin typeface="Arial Narrow"/>
                <a:ea typeface="맑은 고딕"/>
              </a:rPr>
              <a:t>예상 금액</a:t>
            </a:r>
            <a:r>
              <a:rPr lang="en-US" altLang="ko-KR" sz="1050">
                <a:latin typeface="Arial Narrow"/>
                <a:ea typeface="맑은 고딕"/>
              </a:rPr>
              <a:t>:  </a:t>
            </a:r>
            <a:r>
              <a:rPr lang="ko-KR" altLang="en-US" sz="1050">
                <a:latin typeface="Arial Narrow"/>
                <a:ea typeface="맑은 고딕"/>
              </a:rPr>
              <a:t>약 5</a:t>
            </a:r>
            <a:r>
              <a:rPr lang="en-US" altLang="ko-KR" sz="1050">
                <a:latin typeface="Arial Narrow"/>
                <a:ea typeface="맑은 고딕"/>
              </a:rPr>
              <a:t>0</a:t>
            </a:r>
            <a:r>
              <a:rPr lang="ko-KR" altLang="en-US" sz="1050">
                <a:latin typeface="Arial Narrow"/>
                <a:ea typeface="맑은 고딕"/>
              </a:rPr>
              <a:t>억원 </a:t>
            </a:r>
            <a:r>
              <a:rPr lang="en-US" altLang="ko-KR" sz="900">
                <a:latin typeface="Arial Narrow"/>
                <a:ea typeface="맑은 고딕"/>
              </a:rPr>
              <a:t>(Phase-1 FEED </a:t>
            </a:r>
            <a:r>
              <a:rPr lang="ko-KR" altLang="en-US" sz="900">
                <a:latin typeface="Arial Narrow"/>
                <a:ea typeface="맑은 고딕"/>
              </a:rPr>
              <a:t>수행 기준</a:t>
            </a:r>
            <a:r>
              <a:rPr lang="en-US" altLang="ko-KR" sz="900">
                <a:latin typeface="Arial Narrow"/>
                <a:ea typeface="맑은 고딕"/>
              </a:rPr>
              <a:t>) 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4D535B7D-6B98-63DB-227F-4EE9A5BDD57B}"/>
              </a:ext>
            </a:extLst>
          </p:cNvPr>
          <p:cNvSpPr/>
          <p:nvPr/>
        </p:nvSpPr>
        <p:spPr bwMode="auto">
          <a:xfrm>
            <a:off x="220192" y="3832595"/>
            <a:ext cx="935534" cy="325578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OE</a:t>
            </a:r>
            <a:r>
              <a:rPr lang="en-US" altLang="ko-KR" sz="11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M</a:t>
            </a:r>
            <a:endParaRPr kumimoji="0" lang="ko-KR" alt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A1A341E-5A39-7F72-4A75-664BB9E7D379}"/>
              </a:ext>
            </a:extLst>
          </p:cNvPr>
          <p:cNvSpPr/>
          <p:nvPr/>
        </p:nvSpPr>
        <p:spPr>
          <a:xfrm>
            <a:off x="1268700" y="3875399"/>
            <a:ext cx="3472280" cy="258084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</a:rPr>
              <a:t>Metso (</a:t>
            </a:r>
            <a:r>
              <a:rPr lang="ko-KR" altLang="en-US" sz="1050">
                <a:solidFill>
                  <a:srgbClr val="000000"/>
                </a:solidFill>
                <a:latin typeface="Arial Narrow"/>
                <a:ea typeface="맑은 고딕"/>
              </a:rPr>
              <a:t>핀란드</a:t>
            </a:r>
            <a:r>
              <a:rPr lang="en-US" altLang="ko-KR" sz="1050">
                <a:solidFill>
                  <a:srgbClr val="000000"/>
                </a:solidFill>
                <a:latin typeface="Arial Narrow"/>
                <a:ea typeface="맑은 고딕"/>
              </a:rPr>
              <a:t>)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F660C81-8BAC-943E-704D-03F3CFC923E3}"/>
              </a:ext>
            </a:extLst>
          </p:cNvPr>
          <p:cNvSpPr/>
          <p:nvPr/>
        </p:nvSpPr>
        <p:spPr bwMode="auto">
          <a:xfrm>
            <a:off x="220713" y="5217356"/>
            <a:ext cx="935534" cy="654311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  <a:defRPr/>
            </a:pPr>
            <a:r>
              <a:rPr lang="en-US" altLang="ko-KR" sz="1100">
                <a:solidFill>
                  <a:srgbClr val="000000"/>
                </a:solidFill>
                <a:latin typeface="Arial Narrow"/>
                <a:ea typeface="맑은 고딕"/>
              </a:rPr>
              <a:t>Phase 1 (FEED) Proposal </a:t>
            </a:r>
            <a:r>
              <a:rPr lang="ko-KR" altLang="en-US" sz="1100">
                <a:solidFill>
                  <a:srgbClr val="000000"/>
                </a:solidFill>
                <a:latin typeface="Arial Narrow"/>
                <a:ea typeface="맑은 고딕"/>
              </a:rPr>
              <a:t> 자료 </a:t>
            </a:r>
            <a:endParaRPr lang="en-US" altLang="ko-KR" sz="1100">
              <a:solidFill>
                <a:srgbClr val="000000"/>
              </a:solidFill>
              <a:latin typeface="Arial Narrow"/>
              <a:ea typeface="맑은 고딕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E1522FE-AA3C-964D-4D63-C0B99DD08F2A}"/>
              </a:ext>
            </a:extLst>
          </p:cNvPr>
          <p:cNvSpPr txBox="1"/>
          <p:nvPr/>
        </p:nvSpPr>
        <p:spPr>
          <a:xfrm>
            <a:off x="1268700" y="4301033"/>
            <a:ext cx="3910875" cy="2462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buFont typeface="Wingdings" panose="05000000000000000000" pitchFamily="2" charset="2"/>
              <a:buChar char="§"/>
              <a:defRPr/>
            </a:pPr>
            <a:r>
              <a:rPr lang="en-US" altLang="ko-KR" sz="1000"/>
              <a:t>3개월 ('26.09.08~'26.12.08) – Phase-1</a:t>
            </a:r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F93848-BC9E-804D-E23D-235E0623A1B0}"/>
              </a:ext>
            </a:extLst>
          </p:cNvPr>
          <p:cNvSpPr txBox="1"/>
          <p:nvPr/>
        </p:nvSpPr>
        <p:spPr>
          <a:xfrm>
            <a:off x="1258653" y="1778700"/>
            <a:ext cx="3963185" cy="473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en-US" altLang="ko-KR" sz="1000"/>
              <a:t>Mansourah Massarah Cluster </a:t>
            </a:r>
            <a:r>
              <a:rPr lang="ko-KR" altLang="en-US" sz="1000"/>
              <a:t>소재 </a:t>
            </a:r>
            <a:r>
              <a:rPr lang="en-US" altLang="ko-KR" sz="1000"/>
              <a:t>(</a:t>
            </a:r>
            <a:r>
              <a:rPr lang="ko-KR" altLang="en-US" sz="1000"/>
              <a:t>리야드에서 남서쪽 </a:t>
            </a:r>
            <a:r>
              <a:rPr lang="en-US" altLang="ko-KR" sz="1000"/>
              <a:t>460KM)</a:t>
            </a:r>
          </a:p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00"/>
              <a:t>사우디 중부 금광지대</a:t>
            </a:r>
            <a:r>
              <a:rPr lang="en-US" altLang="ko-KR" sz="1000"/>
              <a:t>(Central Arabian Gold Region) </a:t>
            </a:r>
            <a:r>
              <a:rPr lang="ko-KR" altLang="en-US" sz="1000"/>
              <a:t>내 위치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90759AC-01D5-5004-C449-107F7E24B7EA}"/>
              </a:ext>
            </a:extLst>
          </p:cNvPr>
          <p:cNvSpPr/>
          <p:nvPr/>
        </p:nvSpPr>
        <p:spPr>
          <a:xfrm>
            <a:off x="1268700" y="3323153"/>
            <a:ext cx="3572615" cy="436530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en-US" sz="1050"/>
              <a:t>금 광석으로부터 최종 생산물 </a:t>
            </a:r>
            <a:r>
              <a:rPr lang="en-US" altLang="ko-KR" sz="1050"/>
              <a:t>(</a:t>
            </a:r>
            <a:r>
              <a:rPr lang="ko-KR" altLang="en-US" sz="1050"/>
              <a:t>금</a:t>
            </a:r>
            <a:r>
              <a:rPr lang="en-US" altLang="ko-KR" sz="1050"/>
              <a:t>) </a:t>
            </a:r>
            <a:r>
              <a:rPr lang="ko-KR" altLang="en-US" sz="1050"/>
              <a:t>처리시설                        </a:t>
            </a:r>
            <a:r>
              <a:rPr lang="en-US" altLang="ko-KR" sz="1050"/>
              <a:t> (Capa: 4MTPA - Free Milling Ore + Refractory Ore)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FD1887AA-AC55-58F1-14B7-45D52B5D6F93}"/>
              </a:ext>
            </a:extLst>
          </p:cNvPr>
          <p:cNvSpPr/>
          <p:nvPr/>
        </p:nvSpPr>
        <p:spPr bwMode="auto">
          <a:xfrm>
            <a:off x="219571" y="4666252"/>
            <a:ext cx="935534" cy="4648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36000" tIns="36000" rIns="36000" bIns="36000" rtlCol="0" anchor="ctr"/>
          <a:lstStyle/>
          <a:p>
            <a:pPr algn="ctr">
              <a:spcBef>
                <a:spcPct val="50000"/>
              </a:spcBef>
              <a:defRPr/>
            </a:pPr>
            <a:r>
              <a:rPr lang="ko-KR" altLang="en-US" sz="1100">
                <a:solidFill>
                  <a:srgbClr val="000000"/>
                </a:solidFill>
                <a:latin typeface="Arial Narrow"/>
                <a:ea typeface="맑은 고딕"/>
              </a:rPr>
              <a:t>Scope of work</a:t>
            </a:r>
            <a:endParaRPr 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8BC3805-0FC6-1340-6014-C190AE05A892}"/>
              </a:ext>
            </a:extLst>
          </p:cNvPr>
          <p:cNvSpPr txBox="1"/>
          <p:nvPr/>
        </p:nvSpPr>
        <p:spPr>
          <a:xfrm>
            <a:off x="1268700" y="4526536"/>
            <a:ext cx="4734700" cy="5770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/>
            </a:pPr>
            <a:r>
              <a:rPr lang="en-US" altLang="ko-KR" sz="1050" b="1"/>
              <a:t>                                     </a:t>
            </a:r>
            <a:endParaRPr lang="en-US"/>
          </a:p>
          <a:p>
            <a:pPr>
              <a:defRPr/>
            </a:pPr>
            <a:r>
              <a:rPr lang="en-US" altLang="ko-KR" sz="1050" b="1"/>
              <a:t>  </a:t>
            </a:r>
            <a:r>
              <a:rPr lang="en-US" altLang="ko-KR" sz="1050"/>
              <a:t>-</a:t>
            </a:r>
            <a:r>
              <a:rPr lang="ko-KR" altLang="en-US" sz="1050"/>
              <a:t> </a:t>
            </a:r>
            <a:r>
              <a:rPr lang="en-US" altLang="ko-KR" sz="1050" b="1" u="sng"/>
              <a:t>Phase 1 : FEED</a:t>
            </a:r>
            <a:r>
              <a:rPr lang="ko-KR" altLang="en-US" sz="1050" b="1" u="sng"/>
              <a:t> </a:t>
            </a:r>
            <a:r>
              <a:rPr lang="en-US" altLang="ko-KR" sz="1050" b="1" u="sng"/>
              <a:t>(OBE) </a:t>
            </a:r>
            <a:r>
              <a:rPr lang="en-US" altLang="ko-KR" sz="1000" b="1" u="sng"/>
              <a:t>(Reimbursable) </a:t>
            </a:r>
          </a:p>
          <a:p>
            <a:pPr lvl="0">
              <a:defRPr/>
            </a:pPr>
            <a:r>
              <a:rPr lang="en-US" altLang="ko-KR" sz="1050"/>
              <a:t>  - </a:t>
            </a:r>
            <a:r>
              <a:rPr lang="en-US" altLang="ko-KR" sz="1050" i="1"/>
              <a:t>Phase</a:t>
            </a:r>
            <a:r>
              <a:rPr lang="ko-KR" altLang="en-US" sz="1050" i="1"/>
              <a:t> </a:t>
            </a:r>
            <a:r>
              <a:rPr lang="en-US" altLang="ko-KR" sz="1050" i="1"/>
              <a:t>2 : EPC (CLSTK)</a:t>
            </a:r>
            <a:endParaRPr lang="ko-KR" altLang="en-US" sz="1050" i="1"/>
          </a:p>
        </p:txBody>
      </p: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110D15A4-D426-8F0F-DBBB-F9C3CD70639C}"/>
              </a:ext>
            </a:extLst>
          </p:cNvPr>
          <p:cNvCxnSpPr>
            <a:cxnSpLocks/>
          </p:cNvCxnSpPr>
          <p:nvPr/>
        </p:nvCxnSpPr>
        <p:spPr>
          <a:xfrm flipV="1">
            <a:off x="5523547" y="4893635"/>
            <a:ext cx="3960000" cy="18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2CF7B6D9-25B6-F742-9ACA-692DF03E7A73}"/>
              </a:ext>
            </a:extLst>
          </p:cNvPr>
          <p:cNvSpPr/>
          <p:nvPr/>
        </p:nvSpPr>
        <p:spPr bwMode="auto">
          <a:xfrm>
            <a:off x="5466301" y="4820692"/>
            <a:ext cx="144000" cy="14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462F0C0-D41F-DAD4-FC36-818658D61693}"/>
              </a:ext>
            </a:extLst>
          </p:cNvPr>
          <p:cNvSpPr/>
          <p:nvPr/>
        </p:nvSpPr>
        <p:spPr>
          <a:xfrm>
            <a:off x="5221838" y="4961850"/>
            <a:ext cx="64152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ITB</a:t>
            </a:r>
            <a:r>
              <a:rPr lang="ko-KR" altLang="en-US" sz="800"/>
              <a:t> 발급</a:t>
            </a:r>
            <a:endParaRPr lang="en-US" altLang="ko-KR" sz="800"/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(’26.8.18)</a:t>
            </a: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84FE8A42-AFB2-056D-A0A9-998E81B20C87}"/>
              </a:ext>
            </a:extLst>
          </p:cNvPr>
          <p:cNvSpPr/>
          <p:nvPr/>
        </p:nvSpPr>
        <p:spPr bwMode="auto">
          <a:xfrm>
            <a:off x="7636585" y="482069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3795D6DD-F4B0-363E-DF10-205D134B7995}"/>
              </a:ext>
            </a:extLst>
          </p:cNvPr>
          <p:cNvSpPr/>
          <p:nvPr/>
        </p:nvSpPr>
        <p:spPr>
          <a:xfrm>
            <a:off x="7408033" y="4961850"/>
            <a:ext cx="58915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BCD</a:t>
            </a:r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(‘26.9.05)</a:t>
            </a:r>
          </a:p>
        </p:txBody>
      </p:sp>
      <p:sp>
        <p:nvSpPr>
          <p:cNvPr id="41" name="타원 40">
            <a:extLst>
              <a:ext uri="{FF2B5EF4-FFF2-40B4-BE49-F238E27FC236}">
                <a16:creationId xmlns:a16="http://schemas.microsoft.com/office/drawing/2014/main" id="{57D59A74-8069-66E7-3D07-AFACDDBDFBF1}"/>
              </a:ext>
            </a:extLst>
          </p:cNvPr>
          <p:cNvSpPr/>
          <p:nvPr/>
        </p:nvSpPr>
        <p:spPr bwMode="auto">
          <a:xfrm>
            <a:off x="8360013" y="482069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BB4C1918-22C0-2CAE-3D0D-03374ADB8002}"/>
              </a:ext>
            </a:extLst>
          </p:cNvPr>
          <p:cNvCxnSpPr>
            <a:cxnSpLocks/>
          </p:cNvCxnSpPr>
          <p:nvPr/>
        </p:nvCxnSpPr>
        <p:spPr>
          <a:xfrm flipV="1">
            <a:off x="5542597" y="5684210"/>
            <a:ext cx="3960000" cy="187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타원 43">
            <a:extLst>
              <a:ext uri="{FF2B5EF4-FFF2-40B4-BE49-F238E27FC236}">
                <a16:creationId xmlns:a16="http://schemas.microsoft.com/office/drawing/2014/main" id="{DD82B955-3D26-E765-11CC-469E5C2A0985}"/>
              </a:ext>
            </a:extLst>
          </p:cNvPr>
          <p:cNvSpPr/>
          <p:nvPr/>
        </p:nvSpPr>
        <p:spPr bwMode="auto">
          <a:xfrm>
            <a:off x="6572638" y="5600555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E72029D5-7DCF-B80C-33BD-8F0CFB6CEBFC}"/>
              </a:ext>
            </a:extLst>
          </p:cNvPr>
          <p:cNvSpPr/>
          <p:nvPr/>
        </p:nvSpPr>
        <p:spPr>
          <a:xfrm>
            <a:off x="6092353" y="5744555"/>
            <a:ext cx="116117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Phase 2 </a:t>
            </a:r>
            <a:r>
              <a:rPr lang="ko-KR" altLang="en-US" sz="800"/>
              <a:t>착수</a:t>
            </a:r>
            <a:endParaRPr lang="en-US" altLang="ko-KR" sz="800"/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(‘26.12</a:t>
            </a:r>
            <a:r>
              <a:rPr lang="ko-KR" altLang="en-US" sz="800"/>
              <a:t>월</a:t>
            </a:r>
            <a:r>
              <a:rPr lang="en-US" altLang="ko-KR" sz="800"/>
              <a:t>~’27.1</a:t>
            </a:r>
            <a:r>
              <a:rPr lang="ko-KR" altLang="en-US" sz="800"/>
              <a:t>월 예상</a:t>
            </a:r>
            <a:r>
              <a:rPr lang="en-US" altLang="ko-KR" sz="800"/>
              <a:t>)</a:t>
            </a:r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BF6400E4-E2EB-DCFA-FF55-764B022956A1}"/>
              </a:ext>
            </a:extLst>
          </p:cNvPr>
          <p:cNvSpPr/>
          <p:nvPr/>
        </p:nvSpPr>
        <p:spPr bwMode="auto">
          <a:xfrm>
            <a:off x="5454797" y="5600555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2813A63-32DD-1849-41DD-3B70B2679B1C}"/>
              </a:ext>
            </a:extLst>
          </p:cNvPr>
          <p:cNvSpPr/>
          <p:nvPr/>
        </p:nvSpPr>
        <p:spPr>
          <a:xfrm>
            <a:off x="5260773" y="5744555"/>
            <a:ext cx="57098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FID</a:t>
            </a:r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(‘26.12</a:t>
            </a:r>
            <a:r>
              <a:rPr lang="ko-KR" altLang="en-US" sz="800"/>
              <a:t>월</a:t>
            </a:r>
            <a:r>
              <a:rPr lang="en-US" altLang="ko-KR" sz="800"/>
              <a:t>)</a:t>
            </a:r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F8218367-C7EE-54F8-E8C8-7B7CEDC1B7B9}"/>
              </a:ext>
            </a:extLst>
          </p:cNvPr>
          <p:cNvSpPr/>
          <p:nvPr/>
        </p:nvSpPr>
        <p:spPr bwMode="auto">
          <a:xfrm>
            <a:off x="9182488" y="5600555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9" name="타원 48">
            <a:extLst>
              <a:ext uri="{FF2B5EF4-FFF2-40B4-BE49-F238E27FC236}">
                <a16:creationId xmlns:a16="http://schemas.microsoft.com/office/drawing/2014/main" id="{38A38EDE-CB8A-3006-69EF-9D530F90B25A}"/>
              </a:ext>
            </a:extLst>
          </p:cNvPr>
          <p:cNvSpPr/>
          <p:nvPr/>
        </p:nvSpPr>
        <p:spPr bwMode="auto">
          <a:xfrm>
            <a:off x="6189729" y="4820692"/>
            <a:ext cx="144000" cy="1440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0F59A6A4-1409-FF05-2E86-8ADAED4E2684}"/>
              </a:ext>
            </a:extLst>
          </p:cNvPr>
          <p:cNvSpPr/>
          <p:nvPr/>
        </p:nvSpPr>
        <p:spPr>
          <a:xfrm>
            <a:off x="5895076" y="4961850"/>
            <a:ext cx="75612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Job Explanation Meeting</a:t>
            </a:r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(‘26.8.20)</a:t>
            </a:r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FC094A75-B4A2-3547-99A3-1C82D4DA6DDF}"/>
              </a:ext>
            </a:extLst>
          </p:cNvPr>
          <p:cNvSpPr/>
          <p:nvPr/>
        </p:nvSpPr>
        <p:spPr bwMode="auto">
          <a:xfrm>
            <a:off x="6913157" y="482069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AF815944-BA32-6B1F-BC8A-EB40D7F721DA}"/>
              </a:ext>
            </a:extLst>
          </p:cNvPr>
          <p:cNvSpPr/>
          <p:nvPr/>
        </p:nvSpPr>
        <p:spPr>
          <a:xfrm>
            <a:off x="6621455" y="4961850"/>
            <a:ext cx="73952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Clarification </a:t>
            </a:r>
            <a:r>
              <a:rPr lang="ko-KR" altLang="en-US" sz="800"/>
              <a:t>마감</a:t>
            </a:r>
            <a:endParaRPr lang="en-US" altLang="ko-KR" sz="800"/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(‘26.8.26)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7F4876E-00C1-2A7C-2889-98C3DC1B410F}"/>
              </a:ext>
            </a:extLst>
          </p:cNvPr>
          <p:cNvSpPr/>
          <p:nvPr/>
        </p:nvSpPr>
        <p:spPr>
          <a:xfrm>
            <a:off x="8093676" y="4961850"/>
            <a:ext cx="686102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844083">
              <a:tabLst>
                <a:tab pos="179388" algn="l"/>
              </a:tabLst>
            </a:pPr>
            <a:r>
              <a:rPr lang="ko-KR" altLang="en-US" sz="800"/>
              <a:t>Phase-1</a:t>
            </a:r>
            <a:endParaRPr lang="en-US"/>
          </a:p>
          <a:p>
            <a:pPr algn="ctr" defTabSz="844083">
              <a:tabLst>
                <a:tab pos="179388" algn="l"/>
              </a:tabLst>
            </a:pPr>
            <a:r>
              <a:rPr lang="ko-KR" altLang="en-US" sz="800"/>
              <a:t>착수</a:t>
            </a:r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(’26.9.8)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F2A87FC-BC98-A430-857C-36875E67B70F}"/>
              </a:ext>
            </a:extLst>
          </p:cNvPr>
          <p:cNvSpPr/>
          <p:nvPr/>
        </p:nvSpPr>
        <p:spPr bwMode="auto">
          <a:xfrm>
            <a:off x="9083440" y="4820692"/>
            <a:ext cx="144000" cy="1440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4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D22EC00-2F35-E5C2-8FC0-6C0B53783435}"/>
              </a:ext>
            </a:extLst>
          </p:cNvPr>
          <p:cNvSpPr/>
          <p:nvPr/>
        </p:nvSpPr>
        <p:spPr>
          <a:xfrm>
            <a:off x="8807517" y="4961850"/>
            <a:ext cx="725793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Phase-1 Completion</a:t>
            </a:r>
            <a:endParaRPr lang="en-US"/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(’26.12.8)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20C53125-C1BE-56DF-4D21-D7A26EDF26CF}"/>
              </a:ext>
            </a:extLst>
          </p:cNvPr>
          <p:cNvSpPr/>
          <p:nvPr/>
        </p:nvSpPr>
        <p:spPr>
          <a:xfrm>
            <a:off x="8841318" y="5744555"/>
            <a:ext cx="88089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Phase 2 Completion</a:t>
            </a:r>
          </a:p>
          <a:p>
            <a:pPr algn="ctr" defTabSz="844083" latinLnBrk="0">
              <a:tabLst>
                <a:tab pos="179388" algn="l"/>
              </a:tabLst>
            </a:pPr>
            <a:r>
              <a:rPr lang="en-US" altLang="ko-KR" sz="800"/>
              <a:t>(’28. 7</a:t>
            </a:r>
            <a:r>
              <a:rPr lang="ko-KR" altLang="en-US" sz="800"/>
              <a:t>월</a:t>
            </a:r>
            <a:r>
              <a:rPr lang="en-US" altLang="ko-KR" sz="800"/>
              <a:t>)</a:t>
            </a: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96CA0CDD-B07A-F31E-31DF-1B987BA75EFB}"/>
              </a:ext>
            </a:extLst>
          </p:cNvPr>
          <p:cNvCxnSpPr>
            <a:cxnSpLocks/>
          </p:cNvCxnSpPr>
          <p:nvPr/>
        </p:nvCxnSpPr>
        <p:spPr>
          <a:xfrm flipV="1">
            <a:off x="8428358" y="4544490"/>
            <a:ext cx="725423" cy="276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>
            <a:extLst>
              <a:ext uri="{FF2B5EF4-FFF2-40B4-BE49-F238E27FC236}">
                <a16:creationId xmlns:a16="http://schemas.microsoft.com/office/drawing/2014/main" id="{D945F512-59E7-2FD4-3F25-9B1C3F70881F}"/>
              </a:ext>
            </a:extLst>
          </p:cNvPr>
          <p:cNvCxnSpPr>
            <a:cxnSpLocks/>
          </p:cNvCxnSpPr>
          <p:nvPr/>
        </p:nvCxnSpPr>
        <p:spPr>
          <a:xfrm>
            <a:off x="8434644" y="4554981"/>
            <a:ext cx="0" cy="262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0C80435-3EC7-C6D0-76B1-5C0D1EDC5255}"/>
              </a:ext>
            </a:extLst>
          </p:cNvPr>
          <p:cNvSpPr/>
          <p:nvPr/>
        </p:nvSpPr>
        <p:spPr>
          <a:xfrm>
            <a:off x="8256152" y="4602457"/>
            <a:ext cx="1091105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844083" latinLnBrk="0">
              <a:tabLst>
                <a:tab pos="179388" algn="l"/>
              </a:tabLst>
            </a:pPr>
            <a:r>
              <a:rPr lang="en-US" altLang="ko-KR" sz="700"/>
              <a:t>Phase-1 :</a:t>
            </a:r>
            <a:r>
              <a:rPr lang="ko-KR" altLang="en-US" sz="700"/>
              <a:t> </a:t>
            </a:r>
            <a:r>
              <a:rPr lang="en-US" altLang="ko-KR" sz="700"/>
              <a:t>3 </a:t>
            </a:r>
            <a:r>
              <a:rPr lang="ko-KR" altLang="en-US" sz="700"/>
              <a:t>개월</a:t>
            </a:r>
            <a:endParaRPr lang="en-US" altLang="ko-KR" sz="70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3024F3-5BB9-CDEA-B4A2-DB2F58D02ED6}"/>
              </a:ext>
            </a:extLst>
          </p:cNvPr>
          <p:cNvSpPr txBox="1"/>
          <p:nvPr/>
        </p:nvSpPr>
        <p:spPr>
          <a:xfrm>
            <a:off x="1274241" y="5159600"/>
            <a:ext cx="349297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050" b="1"/>
              <a:t>[9/5 </a:t>
            </a:r>
            <a:r>
              <a:rPr lang="ko-KR" altLang="en-US" sz="1050" b="1"/>
              <a:t>제출 자료</a:t>
            </a:r>
            <a:r>
              <a:rPr lang="en-US" altLang="ko-KR" sz="1050" b="1"/>
              <a:t>]</a:t>
            </a:r>
          </a:p>
          <a:p>
            <a:pPr marL="180975" marR="0" lvl="0" indent="-1809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050"/>
              <a:t>Ph-1(FEED/OBE)</a:t>
            </a:r>
            <a:r>
              <a:rPr lang="en-US" altLang="ko-KR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Execution Plan                                 </a:t>
            </a:r>
            <a:endParaRPr lang="en-US" altLang="ko-KR" sz="1050"/>
          </a:p>
          <a:p>
            <a:pPr marL="180975" marR="0" lvl="0" indent="-1809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Preliminary TIC (</a:t>
            </a:r>
            <a:r>
              <a:rPr lang="en-US" altLang="ko-K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EPC </a:t>
            </a:r>
            <a:r>
              <a:rPr lang="ko-KR" altLang="en-US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기준</a:t>
            </a:r>
            <a:r>
              <a:rPr lang="en-US" altLang="ko-KR" sz="9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Non</a:t>
            </a:r>
            <a:r>
              <a:rPr lang="en-US" altLang="ko-KR" sz="900"/>
              <a:t>-binding</a:t>
            </a:r>
            <a:r>
              <a:rPr lang="en-US" altLang="ko-KR" sz="105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180975" marR="0" lvl="0" indent="-180975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altLang="ko-KR" sz="1050"/>
              <a:t>EPC Lv.1 Schedule (Non-binding)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48F728C4-972D-06B2-A337-EEB9F70CC4BE}"/>
              </a:ext>
            </a:extLst>
          </p:cNvPr>
          <p:cNvGrpSpPr/>
          <p:nvPr/>
        </p:nvGrpSpPr>
        <p:grpSpPr>
          <a:xfrm>
            <a:off x="5187082" y="1376214"/>
            <a:ext cx="4317287" cy="2606317"/>
            <a:chOff x="5187082" y="1376214"/>
            <a:chExt cx="4317287" cy="2606317"/>
          </a:xfrm>
        </p:grpSpPr>
        <p:pic>
          <p:nvPicPr>
            <p:cNvPr id="69" name="그림 68">
              <a:extLst>
                <a:ext uri="{FF2B5EF4-FFF2-40B4-BE49-F238E27FC236}">
                  <a16:creationId xmlns:a16="http://schemas.microsoft.com/office/drawing/2014/main" id="{0BEDDC5A-89C3-2B45-B3A2-EAE292211F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87082" y="1376214"/>
              <a:ext cx="4317287" cy="2606317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1E44DAC5-3704-4813-C6A1-4825FF3463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12806" y="1619250"/>
              <a:ext cx="1756327" cy="992981"/>
            </a:xfrm>
            <a:prstGeom prst="line">
              <a:avLst/>
            </a:prstGeom>
            <a:ln w="6350">
              <a:solidFill>
                <a:srgbClr val="0000FF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4C53F4A-E8CB-ACEE-B4FA-0767786D44AF}"/>
                </a:ext>
              </a:extLst>
            </p:cNvPr>
            <p:cNvSpPr txBox="1"/>
            <p:nvPr/>
          </p:nvSpPr>
          <p:spPr>
            <a:xfrm rot="19800000">
              <a:off x="7768057" y="1891352"/>
              <a:ext cx="575714" cy="2154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800">
                  <a:solidFill>
                    <a:srgbClr val="0000FF"/>
                  </a:solidFill>
                </a:rPr>
                <a:t>460KM</a:t>
              </a:r>
              <a:endParaRPr lang="ko-KR" altLang="en-US" sz="1400">
                <a:solidFill>
                  <a:srgbClr val="0000FF"/>
                </a:solidFill>
              </a:endParaRPr>
            </a:p>
          </p:txBody>
        </p:sp>
      </p:grp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EFAA82AC-FFBD-7D49-15A2-2DB23AE6BA2C}"/>
              </a:ext>
            </a:extLst>
          </p:cNvPr>
          <p:cNvCxnSpPr>
            <a:cxnSpLocks/>
          </p:cNvCxnSpPr>
          <p:nvPr/>
        </p:nvCxnSpPr>
        <p:spPr>
          <a:xfrm>
            <a:off x="9153781" y="4554981"/>
            <a:ext cx="0" cy="26201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50851335-87E1-A603-016D-61C0641895FE}"/>
              </a:ext>
            </a:extLst>
          </p:cNvPr>
          <p:cNvSpPr/>
          <p:nvPr/>
        </p:nvSpPr>
        <p:spPr>
          <a:xfrm>
            <a:off x="1268700" y="2314415"/>
            <a:ext cx="3815454" cy="437877"/>
          </a:xfrm>
          <a:prstGeom prst="rect">
            <a:avLst/>
          </a:prstGeom>
        </p:spPr>
        <p:txBody>
          <a:bodyPr wrap="square" lIns="91440" tIns="45720" rIns="91440" bIns="45720" anchor="ctr">
            <a:spAutoFit/>
          </a:bodyPr>
          <a:lstStyle/>
          <a:p>
            <a:pPr marL="171450" indent="-171450">
              <a:lnSpc>
                <a:spcPts val="1440"/>
              </a:lnSpc>
              <a:spcAft>
                <a:spcPts val="300"/>
              </a:spcAft>
              <a:buFont typeface="Wingdings" panose="05000000000000000000" pitchFamily="2" charset="2"/>
              <a:buChar char="§"/>
              <a:defRPr/>
            </a:pPr>
            <a:r>
              <a:rPr lang="ko-KR" altLang="ko-KR" sz="1050"/>
              <a:t>금 생산 확대 및 광물산업 </a:t>
            </a:r>
            <a:r>
              <a:rPr lang="ko-KR" altLang="ko-KR" sz="1050" err="1"/>
              <a:t>Value</a:t>
            </a:r>
            <a:r>
              <a:rPr lang="ko-KR" altLang="ko-KR" sz="1050"/>
              <a:t> </a:t>
            </a:r>
            <a:r>
              <a:rPr lang="ko-KR" altLang="ko-KR" sz="1050" err="1"/>
              <a:t>Chain</a:t>
            </a:r>
            <a:r>
              <a:rPr lang="ko-KR" altLang="ko-KR" sz="1050"/>
              <a:t> 강화 위한 </a:t>
            </a:r>
            <a:r>
              <a:rPr lang="en-US" altLang="ko-KR" sz="1050"/>
              <a:t>          </a:t>
            </a:r>
            <a:r>
              <a:rPr lang="ko-KR" altLang="en-US" sz="1050"/>
              <a:t>기존 </a:t>
            </a:r>
            <a:r>
              <a:rPr lang="en-US" altLang="ko-KR" sz="1050"/>
              <a:t>Gold Processing Plant </a:t>
            </a:r>
            <a:r>
              <a:rPr lang="ko-KR" altLang="en-US" sz="1050"/>
              <a:t>인근에 신규 시설 확장 추진</a:t>
            </a:r>
            <a:endParaRPr lang="en-US" altLang="ko-KR" sz="105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673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B028E-5A70-727D-C2A1-F32B690E2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5009C1-7822-0171-7A6F-7F1F3A896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1758027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사업개요 </a:t>
            </a:r>
            <a:r>
              <a:rPr lang="en-US" altLang="ko-KR">
                <a:latin typeface="+mj-ea"/>
                <a:ea typeface="+mj-ea"/>
              </a:rPr>
              <a:t>(2/3)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0830830-8837-2302-11C3-19174449B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149163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7DCFBAD-D2DB-09AC-2453-D19DC61983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8" t="-258" r="38554" b="-158"/>
          <a:stretch>
            <a:fillRect/>
          </a:stretch>
        </p:blipFill>
        <p:spPr>
          <a:xfrm>
            <a:off x="353628" y="632002"/>
            <a:ext cx="4673067" cy="5882168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32AF6868-F9E3-0B90-888E-3B4D1DF096BC}"/>
              </a:ext>
            </a:extLst>
          </p:cNvPr>
          <p:cNvSpPr/>
          <p:nvPr/>
        </p:nvSpPr>
        <p:spPr bwMode="auto">
          <a:xfrm>
            <a:off x="1390638" y="3063296"/>
            <a:ext cx="361950" cy="295275"/>
          </a:xfrm>
          <a:prstGeom prst="ellipse">
            <a:avLst/>
          </a:prstGeom>
          <a:solidFill>
            <a:schemeClr val="tx2"/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DBE20F-EAB3-F941-4A0F-BAA6F361841E}"/>
              </a:ext>
            </a:extLst>
          </p:cNvPr>
          <p:cNvSpPr/>
          <p:nvPr/>
        </p:nvSpPr>
        <p:spPr>
          <a:xfrm>
            <a:off x="977976" y="2812573"/>
            <a:ext cx="1292341" cy="249684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1" algn="l" defTabSz="914400" rtl="0" eaLnBrk="1" fontAlgn="base" latinLnBrk="1" hangingPunct="1">
              <a:lnSpc>
                <a:spcPts val="1440"/>
              </a:lnSpc>
              <a:spcBef>
                <a:spcPts val="0"/>
              </a:spcBef>
              <a:spcAft>
                <a:spcPts val="300"/>
              </a:spcAft>
              <a:buClrTx/>
              <a:buSzTx/>
              <a:tabLst/>
              <a:defRPr/>
            </a:pPr>
            <a:r>
              <a:rPr lang="en-US" altLang="ko-KR" sz="800" b="1">
                <a:solidFill>
                  <a:srgbClr val="000000"/>
                </a:solidFill>
                <a:latin typeface="Arial Narrow"/>
                <a:ea typeface="맑은 고딕"/>
              </a:rPr>
              <a:t>Wadi Al </a:t>
            </a:r>
            <a:r>
              <a:rPr lang="en-US" altLang="ko-KR" sz="800" b="1" err="1">
                <a:solidFill>
                  <a:srgbClr val="000000"/>
                </a:solidFill>
                <a:latin typeface="Arial Narrow"/>
                <a:ea typeface="맑은 고딕"/>
              </a:rPr>
              <a:t>Jaww</a:t>
            </a:r>
            <a:r>
              <a:rPr lang="en-US" altLang="ko-KR" sz="800" b="1">
                <a:solidFill>
                  <a:srgbClr val="000000"/>
                </a:solidFill>
                <a:latin typeface="Arial Narrow"/>
                <a:ea typeface="맑은 고딕"/>
              </a:rPr>
              <a:t>  Gold Project</a:t>
            </a:r>
            <a:endParaRPr kumimoji="0" lang="en-US" altLang="ko-KR" sz="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 Narrow"/>
              <a:ea typeface="맑은 고딕"/>
              <a:cs typeface="+mn-cs"/>
            </a:endParaRPr>
          </a:p>
        </p:txBody>
      </p:sp>
      <p:sp>
        <p:nvSpPr>
          <p:cNvPr id="3" name="타원 8">
            <a:extLst>
              <a:ext uri="{FF2B5EF4-FFF2-40B4-BE49-F238E27FC236}">
                <a16:creationId xmlns:a16="http://schemas.microsoft.com/office/drawing/2014/main" id="{674E1090-5724-BBFF-7BAB-F53187E8711B}"/>
              </a:ext>
            </a:extLst>
          </p:cNvPr>
          <p:cNvSpPr/>
          <p:nvPr/>
        </p:nvSpPr>
        <p:spPr bwMode="auto">
          <a:xfrm>
            <a:off x="1857765" y="4787012"/>
            <a:ext cx="361950" cy="295275"/>
          </a:xfrm>
          <a:prstGeom prst="ellipse">
            <a:avLst/>
          </a:prstGeom>
          <a:solidFill>
            <a:srgbClr val="FF0000">
              <a:alpha val="35000"/>
            </a:srgbClr>
          </a:solidFill>
          <a:ln w="9525">
            <a:solidFill>
              <a:schemeClr val="tx1"/>
            </a:solidFill>
            <a:prstDash val="sysDash"/>
            <a:miter lim="800000"/>
            <a:headEnd/>
            <a:tailEnd/>
          </a:ln>
          <a:effectLst/>
        </p:spPr>
        <p:txBody>
          <a:bodyPr lIns="36000" tIns="36000" rIns="36000" bIns="36000" rtlCol="0" anchor="ctr"/>
          <a:lstStyle/>
          <a:p>
            <a:pPr algn="ctr" latinLnBrk="0">
              <a:spcBef>
                <a:spcPct val="50000"/>
              </a:spcBef>
            </a:pPr>
            <a:endParaRPr lang="ko-KR" altLang="en-US" sz="1200" b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ED6062-1558-2C62-C205-3F0EF51B57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6287" y="632030"/>
            <a:ext cx="4682390" cy="5888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163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39BF5-E716-A5D9-39AB-5EA5964CB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B4E80-5BCE-DF4B-23BE-EC73459D2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1758027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1. </a:t>
            </a:r>
            <a:r>
              <a:rPr lang="ko-KR" altLang="en-US">
                <a:latin typeface="+mj-ea"/>
                <a:ea typeface="+mj-ea"/>
              </a:rPr>
              <a:t>사업개요 </a:t>
            </a:r>
            <a:r>
              <a:rPr lang="en-US" altLang="ko-KR">
                <a:latin typeface="+mj-ea"/>
                <a:ea typeface="+mj-ea"/>
              </a:rPr>
              <a:t>(3/3)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9B08A75E-27F7-8729-9801-728F2BD431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596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3A5255-D8D0-ABA5-724A-23ADAED112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417" y="745013"/>
            <a:ext cx="9139581" cy="5408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795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81AF5-561C-26BA-D800-6174A99FA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C82DE1-D02D-4585-9532-6F8CBFE3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795171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  <a:cs typeface="Arial"/>
              </a:rPr>
              <a:t>2. </a:t>
            </a:r>
            <a:r>
              <a:rPr lang="ko-KR" altLang="en-US">
                <a:latin typeface="+mj-ea"/>
                <a:ea typeface="+mj-ea"/>
                <a:cs typeface="Arial"/>
              </a:rPr>
              <a:t>주요 계약 검토 의견 </a:t>
            </a:r>
            <a:r>
              <a:rPr lang="en-US" altLang="ko-KR">
                <a:latin typeface="+mj-ea"/>
                <a:ea typeface="+mj-ea"/>
                <a:cs typeface="Arial"/>
              </a:rPr>
              <a:t>(1/3)</a:t>
            </a:r>
            <a:endParaRPr lang="ko-KR" altLang="en-US">
              <a:latin typeface="+mj-ea"/>
              <a:ea typeface="+mj-ea"/>
              <a:cs typeface="Arial"/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6EFED206-87BB-9D1A-4B1A-B700ECDC468B}"/>
              </a:ext>
            </a:extLst>
          </p:cNvPr>
          <p:cNvSpPr txBox="1">
            <a:spLocks/>
          </p:cNvSpPr>
          <p:nvPr/>
        </p:nvSpPr>
        <p:spPr>
          <a:xfrm>
            <a:off x="8259676" y="87867"/>
            <a:ext cx="1222624" cy="257369"/>
          </a:xfrm>
          <a:prstGeom prst="rect">
            <a:avLst/>
          </a:prstGeom>
          <a:noFill/>
        </p:spPr>
        <p:txBody>
          <a:bodyPr wrap="none" lIns="72000" tIns="36000" rIns="72000" bIns="36000" anchor="b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SzPct val="70000"/>
              <a:buFont typeface="Wingdings" pitchFamily="2" charset="2"/>
              <a:buNone/>
              <a:defRPr kumimoji="1" lang="ko-KR" altLang="en-US" sz="1200" b="1" kern="1200"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8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+mn-lt"/>
                <a:ea typeface="돋움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플랜트사업본부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FB79252C-E2CC-E078-5ABF-67FD53CCF2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449878"/>
              </p:ext>
            </p:extLst>
          </p:nvPr>
        </p:nvGraphicFramePr>
        <p:xfrm>
          <a:off x="276446" y="566236"/>
          <a:ext cx="9364696" cy="574079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580231">
                  <a:extLst>
                    <a:ext uri="{9D8B030D-6E8A-4147-A177-3AD203B41FA5}">
                      <a16:colId xmlns:a16="http://schemas.microsoft.com/office/drawing/2014/main" val="578738535"/>
                    </a:ext>
                  </a:extLst>
                </a:gridCol>
                <a:gridCol w="1643691">
                  <a:extLst>
                    <a:ext uri="{9D8B030D-6E8A-4147-A177-3AD203B41FA5}">
                      <a16:colId xmlns:a16="http://schemas.microsoft.com/office/drawing/2014/main" val="2648925611"/>
                    </a:ext>
                  </a:extLst>
                </a:gridCol>
                <a:gridCol w="2883989">
                  <a:extLst>
                    <a:ext uri="{9D8B030D-6E8A-4147-A177-3AD203B41FA5}">
                      <a16:colId xmlns:a16="http://schemas.microsoft.com/office/drawing/2014/main" val="1485244488"/>
                    </a:ext>
                  </a:extLst>
                </a:gridCol>
                <a:gridCol w="4256785">
                  <a:extLst>
                    <a:ext uri="{9D8B030D-6E8A-4147-A177-3AD203B41FA5}">
                      <a16:colId xmlns:a16="http://schemas.microsoft.com/office/drawing/2014/main" val="326487434"/>
                    </a:ext>
                  </a:extLst>
                </a:gridCol>
              </a:tblGrid>
              <a:tr h="221516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No.</a:t>
                      </a:r>
                      <a:endParaRPr lang="ko-KR" altLang="en-US" sz="1050" b="1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5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Subject</a:t>
                      </a:r>
                      <a:endParaRPr lang="ko-KR" altLang="en-US" sz="1050" b="1">
                        <a:solidFill>
                          <a:schemeClr val="tx1"/>
                        </a:solidFill>
                        <a:latin typeface="Arial Narrow" panose="020B0606020202030204" pitchFamily="34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내용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05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검토의견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1214243"/>
                  </a:ext>
                </a:extLst>
              </a:tr>
              <a:tr h="483308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Scope of Work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Phase 1 : Complete Project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를 위한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OBE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를 작성하는데 필요한 모든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Activity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 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Arial Narrow"/>
                        <a:ea typeface="+mn-ea"/>
                        <a:cs typeface="Arial"/>
                      </a:endParaRPr>
                    </a:p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Phase 2 : EPC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수행 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Phase 1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완료 후 사업주 선정 시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Phase 2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진행</a:t>
                      </a:r>
                      <a:endParaRPr lang="en-US" altLang="ko-KR" sz="1000" b="1" i="1">
                        <a:solidFill>
                          <a:schemeClr val="tx1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0220519"/>
                  </a:ext>
                </a:extLst>
              </a:tr>
              <a:tr h="3490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Contract</a:t>
                      </a:r>
                      <a:r>
                        <a:rPr lang="ko-KR" altLang="en-US" sz="1000" b="1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 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Price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Phase 1: Reimbursable </a:t>
                      </a:r>
                    </a:p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Phase 2: Lump Sum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altLang="ko-KR" sz="1000" kern="1200">
                        <a:solidFill>
                          <a:schemeClr val="tx1"/>
                        </a:solidFill>
                        <a:latin typeface="Arial Narrow"/>
                        <a:ea typeface="+mn-ea"/>
                        <a:cs typeface="Arial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577384"/>
                  </a:ext>
                </a:extLst>
              </a:tr>
              <a:tr h="483308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Payment 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(*)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Retention: 10% of the Contract Price</a:t>
                      </a:r>
                    </a:p>
                    <a:p>
                      <a:pPr marL="171450" marR="0" lvl="0" indent="-82550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/>
                        <a:buChar char="•"/>
                      </a:pPr>
                      <a:r>
                        <a:rPr lang="ko-KR" altLang="en-US" sz="1000" kern="1200" baseline="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매 지급에서 10% 공제하고 Service 완료 후 24개월까지 보유함.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Retention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제외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혹은 비율 감소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제안 고려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6691316"/>
                  </a:ext>
                </a:extLst>
              </a:tr>
              <a:tr h="34905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Timing of Payment 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(*)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Arial Narrow"/>
                          <a:ea typeface="+mn-ea"/>
                          <a:cs typeface="Arial"/>
                        </a:rPr>
                        <a:t>45일 (WAJ 기준)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Arial Narrow"/>
                        <a:ea typeface="+mn-ea"/>
                        <a:cs typeface="Arial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ü"/>
                      </a:pP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관련 Annex 누락으로 calrification을 통해 제공 요청</a:t>
                      </a: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33031570"/>
                  </a:ext>
                </a:extLst>
              </a:tr>
              <a:tr h="617560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1000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cs typeface="Arial" panose="020B0604020202020204" pitchFamily="34" charset="0"/>
                        </a:rPr>
                        <a:t>Delay L/D </a:t>
                      </a:r>
                      <a:r>
                        <a:rPr lang="en-US" altLang="ko-KR" sz="1000" b="1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</a:rPr>
                        <a:t>(*)</a:t>
                      </a:r>
                      <a:endParaRPr lang="ko-KR" altLang="en-US" sz="1000" b="1">
                        <a:solidFill>
                          <a:schemeClr val="tx1"/>
                        </a:solidFill>
                        <a:latin typeface="Arial Narrow" panose="020B060602020203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</a:pP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모든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 Key </a:t>
                      </a:r>
                      <a:r>
                        <a:rPr kumimoji="0"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Milestone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에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일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단위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LD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가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적용될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수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있고</a:t>
                      </a: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,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Annex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E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의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요율과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cap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이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미정임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.  FEED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중간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산출물에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Key Milestone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이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지정되는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경우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중간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산출물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지연에도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 Narrow"/>
                          <a:ea typeface="+mn-ea"/>
                          <a:cs typeface="Arial"/>
                        </a:rPr>
                        <a:t>LD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가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누적될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 수 </a:t>
                      </a:r>
                      <a:r>
                        <a:rPr lang="en-US" sz="10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있음</a:t>
                      </a:r>
                      <a:r>
                        <a:rPr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Malgun Gothic"/>
                          <a:ea typeface="Malgun Gothic"/>
                          <a:cs typeface="Arial"/>
                        </a:rPr>
                        <a:t>.</a:t>
                      </a:r>
                      <a:endParaRPr kumimoji="0" lang="en-US" altLang="ko-KR"/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LD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는 최종 또는 핵심 </a:t>
                      </a: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milestone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에만 적용하고</a:t>
                      </a: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, 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중복 산정 금지 및 총 </a:t>
                      </a: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cap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을 </a:t>
                      </a: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Contract Price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의 </a:t>
                      </a:r>
                      <a:r>
                        <a:rPr lang="en-US" altLang="ko-KR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10% </a:t>
                      </a:r>
                      <a:r>
                        <a:rPr lang="ko-KR" altLang="en-US" sz="1000" kern="1200" noProof="0">
                          <a:solidFill>
                            <a:schemeClr val="tx1"/>
                          </a:solidFill>
                          <a:latin typeface="Arial Narrow" panose="020B0606020202030204" pitchFamily="34" charset="0"/>
                          <a:ea typeface="+mn-ea"/>
                          <a:cs typeface="Arial" panose="020B0604020202020204" pitchFamily="34" charset="0"/>
                        </a:rPr>
                        <a:t>이하로 설정 고려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Arial Narrow" panose="020B060602020203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784268"/>
                  </a:ext>
                </a:extLst>
              </a:tr>
              <a:tr h="48330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7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Total</a:t>
                      </a: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Liability</a:t>
                      </a:r>
                      <a:r>
                        <a:rPr lang="ko-KR" alt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Cap </a:t>
                      </a:r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(*)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</a:endParaRPr>
                    </a:p>
                    <a:p>
                      <a:pPr lvl="0" algn="ctr">
                        <a:buNone/>
                      </a:pPr>
                      <a:endParaRPr lang="en-US" altLang="ko-KR" sz="1000" b="1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Contract Particulars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에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 cap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금액이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기재되지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않으면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 liability limitation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이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적용되지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않음</a:t>
                      </a: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.</a:t>
                      </a:r>
                      <a:endParaRPr lang="ko-KR" altLang="en-US" sz="1000" b="0" i="0" u="none" strike="noStrike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ü"/>
                      </a:pP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미기재 상태로 계약할 경우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Contractor 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책임이 무제한이 되므로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Contract Price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의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100% 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등 명확한 총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liability cap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을 기재 필요</a:t>
                      </a:r>
                      <a:endParaRPr lang="en-US" altLang="ko-KR" sz="1000" b="0" i="0" u="none" strike="noStrike" noProof="0">
                        <a:solidFill>
                          <a:srgbClr val="000000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7782199"/>
                  </a:ext>
                </a:extLst>
              </a:tr>
              <a:tr h="88606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8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Bank Guarantees </a:t>
                      </a:r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(*)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</a:endParaRPr>
                    </a:p>
                    <a:p>
                      <a:pPr lvl="0" algn="ctr">
                        <a:buNone/>
                      </a:pPr>
                      <a:endParaRPr lang="en-US" altLang="ko-KR" sz="1000" b="1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,Sans-Serif"/>
                        <a:buChar char="•"/>
                        <a:tabLst/>
                        <a:defRPr/>
                      </a:pP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</a:rPr>
                        <a:t>Parent Company Guarantee</a:t>
                      </a:r>
                      <a:endParaRPr lang="en-US" sz="1000" b="0" i="0" u="none" strike="noStrike" noProof="0">
                        <a:solidFill>
                          <a:schemeClr val="tx1"/>
                        </a:solidFill>
                        <a:latin typeface="Arial Narrow"/>
                      </a:endParaRPr>
                    </a:p>
                    <a:p>
                      <a:pPr marL="85725" marR="0" lvl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Performance bond:</a:t>
                      </a:r>
                    </a:p>
                    <a:p>
                      <a:pPr marL="88900" marR="0" lvl="0" indent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Contract Price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의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10%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해당하는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금액의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Performance Bond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를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제출하고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, Contract Price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가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5%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이상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변동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시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21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일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내에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수정된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금액의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Performance Bond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를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재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제출해야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</a:rPr>
                        <a:t>함</a:t>
                      </a:r>
                      <a:r>
                        <a:rPr lang="en-US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.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,sans-serif"/>
                        <a:buChar char="ü"/>
                        <a:tabLst/>
                        <a:defRPr/>
                      </a:pP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DL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Holdings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로부터 보증서 발급은 불가하므로 삭제 추진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또한 본 계약하에서  당사의 이행보증과 관련하여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“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모회사보증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이행보증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,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유보금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”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 이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3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가지를 당사에게 제출 요구하는 것은 과다함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+mn-lt"/>
                          <a:cs typeface="Arial"/>
                        </a:rPr>
                        <a:t>. </a:t>
                      </a:r>
                      <a:endParaRPr lang="en-US" altLang="ko-KR" sz="1000" b="0" i="0" u="none" strike="noStrike" noProof="0">
                        <a:solidFill>
                          <a:schemeClr val="tx1"/>
                        </a:solidFill>
                        <a:latin typeface="Arial Narrow"/>
                        <a:cs typeface="Arial"/>
                      </a:endParaRPr>
                    </a:p>
                    <a:p>
                      <a:pPr marL="171450" marR="0" lvl="0" indent="-1714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ü"/>
                      </a:pP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3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개월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단기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FEED Work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이면서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동시에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Reimbursable Basis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로 </a:t>
                      </a:r>
                      <a:r>
                        <a:rPr 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Perfomance bond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삭제</a:t>
                      </a:r>
                      <a:r>
                        <a:rPr lang="en-US" altLang="ko-KR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1000" b="0" i="0" u="none" strike="noStrike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제안</a:t>
                      </a:r>
                      <a:endParaRPr lang="en-US" altLang="ko-KR" sz="1000" b="0" i="0" u="none" strike="noStrike" noProof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Arial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077890"/>
                  </a:ext>
                </a:extLst>
              </a:tr>
              <a:tr h="423326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9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Warranty Period</a:t>
                      </a:r>
                    </a:p>
                    <a:p>
                      <a:pPr lvl="0" algn="ctr">
                        <a:buNone/>
                      </a:pPr>
                      <a:endParaRPr lang="en-US" altLang="ko-KR" sz="1000" b="1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ko-KR" altLang="en-US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명확한</a:t>
                      </a:r>
                      <a:r>
                        <a:rPr lang="en-US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 Warranty Period</a:t>
                      </a:r>
                      <a:r>
                        <a:rPr lang="ko-KR" altLang="en-US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가</a:t>
                      </a:r>
                      <a:r>
                        <a:rPr lang="en-US" altLang="ko-KR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없음</a:t>
                      </a:r>
                      <a:r>
                        <a:rPr lang="en-US" sz="1000" b="0" i="0" u="none" strike="noStrike" kern="1200" noProof="0">
                          <a:solidFill>
                            <a:srgbClr val="000000"/>
                          </a:solidFill>
                          <a:latin typeface="Arial Narrow"/>
                          <a:ea typeface="+mn-ea"/>
                          <a:cs typeface="+mn-cs"/>
                        </a:rPr>
                        <a:t> </a:t>
                      </a:r>
                      <a:endParaRPr sz="1000" b="0" i="0" u="none" strike="noStrike" kern="1200">
                        <a:solidFill>
                          <a:srgbClr val="000000"/>
                        </a:solidFill>
                        <a:latin typeface="Arial Narrow"/>
                        <a:ea typeface="+mn-ea"/>
                        <a:cs typeface="+mn-cs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Wingdings,sans-serif"/>
                        <a:buChar char="ü"/>
                      </a:pP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  <a:cs typeface="Arial"/>
                        </a:rPr>
                        <a:t>제한적인 </a:t>
                      </a:r>
                      <a:r>
                        <a:rPr lang="en-US" altLang="ko-KR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  <a:cs typeface="Arial"/>
                        </a:rPr>
                        <a:t>Warranty </a:t>
                      </a:r>
                      <a:r>
                        <a:rPr lang="ko-KR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  <a:cs typeface="Arial"/>
                        </a:rPr>
                        <a:t>period 설정 필요</a:t>
                      </a:r>
                      <a:endParaRPr lang="en-US" altLang="ko-KR" sz="1000" b="0" i="0" u="none" strike="noStrike" noProof="0">
                        <a:solidFill>
                          <a:srgbClr val="000000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869684"/>
                  </a:ext>
                </a:extLst>
              </a:tr>
              <a:tr h="45645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10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Governing Law </a:t>
                      </a:r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(*)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</a:endParaRPr>
                    </a:p>
                    <a:p>
                      <a:pPr lvl="0" algn="ctr">
                        <a:buNone/>
                      </a:pPr>
                      <a:endParaRPr lang="en-US" altLang="ko-KR" sz="1000" b="1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English Law</a:t>
                      </a:r>
                      <a:endParaRPr lang="ko-KR" alt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2213436"/>
                  </a:ext>
                </a:extLst>
              </a:tr>
              <a:tr h="57678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Arial Narrow"/>
                          <a:cs typeface="Arial"/>
                        </a:rPr>
                        <a:t>11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Arbitration </a:t>
                      </a:r>
                      <a:r>
                        <a:rPr lang="en-US" sz="1000" b="1" i="0" u="none" strike="noStrike" noProof="0">
                          <a:solidFill>
                            <a:schemeClr val="tx1"/>
                          </a:solidFill>
                          <a:latin typeface="Arial Narrow"/>
                        </a:rPr>
                        <a:t>(*)</a:t>
                      </a:r>
                      <a:endParaRPr 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</a:endParaRPr>
                    </a:p>
                    <a:p>
                      <a:pPr lvl="0" algn="ctr">
                        <a:buNone/>
                      </a:pPr>
                      <a:endParaRPr lang="en-US" altLang="ko-KR" sz="1000" b="1">
                        <a:solidFill>
                          <a:schemeClr val="tx1"/>
                        </a:solidFill>
                        <a:latin typeface="Arial Narrow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,Sans-Serif"/>
                        <a:buChar char="•"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LCIA </a:t>
                      </a: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altLang="en-US" sz="1000" b="0" i="0" u="none" strike="noStrike" noProof="0">
                        <a:solidFill>
                          <a:srgbClr val="000000"/>
                        </a:solidFill>
                        <a:latin typeface="Arial Narrow"/>
                        <a:cs typeface="Arial"/>
                      </a:endParaRPr>
                    </a:p>
                  </a:txBody>
                  <a:tcPr>
                    <a:lnL w="3174">
                      <a:solidFill>
                        <a:schemeClr val="tx1"/>
                      </a:solidFill>
                    </a:lnL>
                    <a:lnR w="3174">
                      <a:solidFill>
                        <a:schemeClr val="tx1"/>
                      </a:solidFill>
                    </a:lnR>
                    <a:lnT w="3174">
                      <a:solidFill>
                        <a:schemeClr val="tx1"/>
                      </a:solidFill>
                    </a:lnT>
                    <a:lnB w="3174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0686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1659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93793-0AF8-E65F-A5F3-8C8177928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03613-7BCF-A59A-41D5-B37445DDE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795171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주요 계약 검토 의견 </a:t>
            </a:r>
            <a:r>
              <a:rPr lang="en-US" altLang="ko-KR">
                <a:latin typeface="+mj-ea"/>
                <a:ea typeface="+mj-ea"/>
              </a:rPr>
              <a:t>(2/3)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4C53A3BD-8D98-2DB6-2D73-104FBE66EEA7}"/>
              </a:ext>
            </a:extLst>
          </p:cNvPr>
          <p:cNvSpPr txBox="1">
            <a:spLocks/>
          </p:cNvSpPr>
          <p:nvPr/>
        </p:nvSpPr>
        <p:spPr>
          <a:xfrm>
            <a:off x="8259676" y="87867"/>
            <a:ext cx="1222624" cy="257369"/>
          </a:xfrm>
          <a:prstGeom prst="rect">
            <a:avLst/>
          </a:prstGeom>
          <a:noFill/>
        </p:spPr>
        <p:txBody>
          <a:bodyPr wrap="none" lIns="72000" tIns="36000" rIns="72000" bIns="36000" anchor="b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SzPct val="70000"/>
              <a:buFont typeface="Wingdings" pitchFamily="2" charset="2"/>
              <a:buNone/>
              <a:defRPr kumimoji="1" lang="ko-KR" altLang="en-US" sz="1200" b="1" kern="1200"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8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+mn-lt"/>
                <a:ea typeface="돋움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플랜트사업본부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029CEBA-FEF7-C8B0-28CC-E57627C369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350325"/>
              </p:ext>
            </p:extLst>
          </p:nvPr>
        </p:nvGraphicFramePr>
        <p:xfrm>
          <a:off x="273000" y="619163"/>
          <a:ext cx="9349455" cy="56713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632">
                  <a:extLst>
                    <a:ext uri="{9D8B030D-6E8A-4147-A177-3AD203B41FA5}">
                      <a16:colId xmlns:a16="http://schemas.microsoft.com/office/drawing/2014/main" val="459935416"/>
                    </a:ext>
                  </a:extLst>
                </a:gridCol>
                <a:gridCol w="1745247">
                  <a:extLst>
                    <a:ext uri="{9D8B030D-6E8A-4147-A177-3AD203B41FA5}">
                      <a16:colId xmlns:a16="http://schemas.microsoft.com/office/drawing/2014/main" val="2518887695"/>
                    </a:ext>
                  </a:extLst>
                </a:gridCol>
                <a:gridCol w="7063576">
                  <a:extLst>
                    <a:ext uri="{9D8B030D-6E8A-4147-A177-3AD203B41FA5}">
                      <a16:colId xmlns:a16="http://schemas.microsoft.com/office/drawing/2014/main" val="2015817482"/>
                    </a:ext>
                  </a:extLst>
                </a:gridCol>
              </a:tblGrid>
              <a:tr h="356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조항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항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목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내 용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41121"/>
                  </a:ext>
                </a:extLst>
              </a:tr>
              <a:tr h="87356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6.1(c)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Arial Narrow"/>
                          <a:ea typeface="+mj-ea"/>
                          <a:cs typeface="+mn-cs"/>
                        </a:rPr>
                        <a:t>Employer Review Period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- Employer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Deliverables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수령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4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이내에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회신하도록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reasonable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endeavours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의무만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부담함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lang="en-US" sz="90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4주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이내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회신을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확정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의무로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변경하고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,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Employer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의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회신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지연으로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일정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또는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비용에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영향이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발생하는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경우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에게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EOT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및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Contract Price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조정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권한을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부여할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필요가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있음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☞ 4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주는 과다한 것으로 보이며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2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주 이내로 조정을 하고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사업주가 앞의 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주 기간 내에 검토결과를 회신하지 않는 경우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자동 승인으로 변경 필요</a:t>
                      </a:r>
                      <a:endParaRPr lang="en-US" altLang="ko-KR" sz="1000" b="1" u="sng" kern="1200" baseline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95437"/>
                  </a:ext>
                </a:extLst>
              </a:tr>
              <a:tr h="109446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6.2(b)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Arial Narrow"/>
                          <a:ea typeface="+mj-ea"/>
                          <a:cs typeface="+mn-cs"/>
                        </a:rPr>
                        <a:t>EOT Notice/ Time Bar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-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EOT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5 Business Days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이내에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통지하지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않으면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기간연장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청구권이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소멸함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.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누적적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영향이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뒤늦게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확인될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있는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Engineering Services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특성상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지나치게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짧고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엄격한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Time Bar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임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.</a:t>
                      </a:r>
                      <a:endParaRPr lang="en-US" sz="90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해당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사유와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영향을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인지하였거나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합리적으로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인지했어야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하는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날부터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10 Business Days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통지기간을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연장할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필요가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있음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.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altLang="ko-KR" sz="1000" b="0" i="0" u="none" strike="noStrike" kern="1200" baseline="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070250"/>
                  </a:ext>
                </a:extLst>
              </a:tr>
              <a:tr h="1129608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9.1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Arial Narrow"/>
                          <a:ea typeface="+mj-ea"/>
                          <a:cs typeface="+mn-cs"/>
                        </a:rPr>
                        <a:t>Rely Upon Information</a:t>
                      </a:r>
                      <a:endParaRPr lang="en-US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-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Employer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는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필요한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자료를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제공하지만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해당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자료의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부정확성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또는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불일치에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대하여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책임을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부담하지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않음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.</a:t>
                      </a:r>
                      <a:endParaRPr lang="en-US" altLang="ko-KR" sz="900">
                        <a:latin typeface="Arial"/>
                        <a:cs typeface="Arial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☞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가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신뢰할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수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있는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Rely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Upon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Information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을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명확히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지정하고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+mj-ea"/>
                          <a:cs typeface="Arial"/>
                        </a:rPr>
                        <a:t>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해당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자료의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오류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또는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누락으로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발생한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Defect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에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대해서는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Contractor의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책임을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배제할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필요가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있음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또한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그로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인한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추가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비용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및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일정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영향은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Employer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책임으로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하여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Contract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Price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및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Key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Dates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를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조정해야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함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lang="ko-KR" altLang="en-US" sz="900">
                        <a:latin typeface="Arial"/>
                        <a:ea typeface="맑은 고딕"/>
                        <a:cs typeface="Arial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988394"/>
                  </a:ext>
                </a:extLst>
              </a:tr>
              <a:tr h="1124591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10.3</a:t>
                      </a:r>
                      <a:endParaRPr lang="en-US"/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10.4</a:t>
                      </a:r>
                      <a:endParaRPr lang="en-US"/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noProof="0">
                          <a:solidFill>
                            <a:srgbClr val="000000"/>
                          </a:solidFill>
                          <a:latin typeface="Arial Narrow"/>
                        </a:rPr>
                        <a:t>Cash Retention</a:t>
                      </a:r>
                      <a:endParaRPr lang="en-US"/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-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Employer는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각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지급액에서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10%를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공제하여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Services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완료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후 24개월까지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보유할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수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있음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이는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Performance Bond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및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PI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Insurance와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중복되는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보안장치로서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Engineering Consultancy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계약에는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과도함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endParaRPr lang="en-US"/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☞ Retention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삭제를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우선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제안하되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불가한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경우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총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Retention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Contract Price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5%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제한하고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Services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완료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50%,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완료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6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개월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경과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잔여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50%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반환하도록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수정할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필요가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Malgun Gothic"/>
                          <a:cs typeface="Arial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있음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Arial Narrow"/>
                          <a:ea typeface="맑은 고딕"/>
                          <a:cs typeface="Segoe UI"/>
                        </a:rPr>
                        <a:t>.</a:t>
                      </a:r>
                      <a:endParaRPr lang="en-US" altLang="ko-KR"/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820482"/>
                  </a:ext>
                </a:extLst>
              </a:tr>
              <a:tr h="109290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N/A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Arial Narrow"/>
                          <a:ea typeface="+mj-ea"/>
                          <a:cs typeface="+mn-cs"/>
                        </a:rPr>
                        <a:t>Warranty and Correction of Deliverables</a:t>
                      </a:r>
                      <a:endParaRPr lang="en-US" sz="1000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- 현 계약에는 명확한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Warranty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Period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가 없으나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Clause 4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 광범위한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obligations, Clause 6.1(e)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 무상 </a:t>
                      </a:r>
                      <a:r>
                        <a:rPr lang="ko-KR" alt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재수행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, Clause 13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indemnity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및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Performance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Bond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조항을 통해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Employer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가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Services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완료 후에도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remedy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를 요구할 가능성이 있음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특히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correction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의무의 기간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횟수 및 범위가 명시되지 않아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의 책임이 장기화될 수 있음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Arial"/>
                          <a:ea typeface="맑은 고딕"/>
                          <a:cs typeface="Arial"/>
                        </a:rPr>
                        <a:t>.</a:t>
                      </a:r>
                      <a:b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</a:b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 ☞ 제한적인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Warranty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 조항을 신설하여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Contractor의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 무상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correction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 의무를 Services 완료 후 12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개월, 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 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그리고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affected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+mj-ea"/>
                          <a:cs typeface="Segoe UI"/>
                        </a:rPr>
                        <a:t>Deliverable의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수정으로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한정할 필요가 있음.</a:t>
                      </a:r>
                      <a:endParaRPr lang="en-US" sz="1000">
                        <a:ea typeface="맑은 고딕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해당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correction을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warranty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관련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Employer의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sole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and 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exclusive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</a:t>
                      </a:r>
                      <a:r>
                        <a:rPr lang="ko-KR" sz="1000" b="0" i="0" u="none" strike="noStrike" kern="1200" baseline="0" noProof="0" err="1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remedy로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 정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함 필요</a:t>
                      </a:r>
                      <a:r>
                        <a:rPr lang="ko-KR" sz="1000" b="0" i="0" u="none" strike="noStrike" kern="1200" baseline="0" noProof="0">
                          <a:solidFill>
                            <a:srgbClr val="000000"/>
                          </a:solidFill>
                          <a:latin typeface="Segoe UI"/>
                          <a:ea typeface="맑은 고딕"/>
                          <a:cs typeface="Segoe UI"/>
                        </a:rPr>
                        <a:t>.</a:t>
                      </a:r>
                      <a:endParaRPr lang="ko-KR" sz="1000">
                        <a:ea typeface="맑은 고딕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94024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35085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1E253-9F21-EA5F-710A-7EE38CEC0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1B664-899C-7F7A-580C-21E2713FB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795171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2. </a:t>
            </a:r>
            <a:r>
              <a:rPr lang="ko-KR" altLang="en-US">
                <a:latin typeface="+mj-ea"/>
                <a:ea typeface="+mj-ea"/>
              </a:rPr>
              <a:t>주요 계약 검토 의견 </a:t>
            </a:r>
            <a:r>
              <a:rPr lang="en-US" altLang="ko-KR">
                <a:latin typeface="+mj-ea"/>
                <a:ea typeface="+mj-ea"/>
              </a:rPr>
              <a:t>(3/3)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228B0E8A-83A7-8919-5872-D4282E037EF2}"/>
              </a:ext>
            </a:extLst>
          </p:cNvPr>
          <p:cNvSpPr txBox="1">
            <a:spLocks/>
          </p:cNvSpPr>
          <p:nvPr/>
        </p:nvSpPr>
        <p:spPr>
          <a:xfrm>
            <a:off x="8259676" y="87867"/>
            <a:ext cx="1222624" cy="257369"/>
          </a:xfrm>
          <a:prstGeom prst="rect">
            <a:avLst/>
          </a:prstGeom>
          <a:noFill/>
        </p:spPr>
        <p:txBody>
          <a:bodyPr wrap="none" lIns="72000" tIns="36000" rIns="72000" bIns="36000" anchor="b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SzPct val="70000"/>
              <a:buFont typeface="Wingdings" pitchFamily="2" charset="2"/>
              <a:buNone/>
              <a:defRPr kumimoji="1" lang="ko-KR" altLang="en-US" sz="1200" b="1" kern="1200" baseline="0">
                <a:solidFill>
                  <a:schemeClr val="bg1"/>
                </a:solidFill>
                <a:latin typeface="Arial Narrow" panose="020B0606020202030204" pitchFamily="34" charset="0"/>
                <a:ea typeface="맑은 고딕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8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+mn-lt"/>
                <a:ea typeface="돋움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플랜트사업본부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952E6B1-4E0A-AE54-4187-097629737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8006093"/>
              </p:ext>
            </p:extLst>
          </p:nvPr>
        </p:nvGraphicFramePr>
        <p:xfrm>
          <a:off x="273000" y="619163"/>
          <a:ext cx="9349455" cy="5909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632">
                  <a:extLst>
                    <a:ext uri="{9D8B030D-6E8A-4147-A177-3AD203B41FA5}">
                      <a16:colId xmlns:a16="http://schemas.microsoft.com/office/drawing/2014/main" val="459935416"/>
                    </a:ext>
                  </a:extLst>
                </a:gridCol>
                <a:gridCol w="1745247">
                  <a:extLst>
                    <a:ext uri="{9D8B030D-6E8A-4147-A177-3AD203B41FA5}">
                      <a16:colId xmlns:a16="http://schemas.microsoft.com/office/drawing/2014/main" val="2518887695"/>
                    </a:ext>
                  </a:extLst>
                </a:gridCol>
                <a:gridCol w="7063576">
                  <a:extLst>
                    <a:ext uri="{9D8B030D-6E8A-4147-A177-3AD203B41FA5}">
                      <a16:colId xmlns:a16="http://schemas.microsoft.com/office/drawing/2014/main" val="2015817482"/>
                    </a:ext>
                  </a:extLst>
                </a:gridCol>
              </a:tblGrid>
              <a:tr h="35618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조항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항</a:t>
                      </a:r>
                      <a:r>
                        <a:rPr lang="en-US" altLang="ko-KR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 </a:t>
                      </a: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목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내 용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41121"/>
                  </a:ext>
                </a:extLst>
              </a:tr>
              <a:tr h="386728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13.1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Indemnity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원안에서는 과실에 따른 면책의무를 당사에게만 부과하고 있음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 </a:t>
                      </a:r>
                      <a:r>
                        <a:rPr lang="ko-KR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☞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면책의무를 공평하게 쌍방에 부과하는 것으로 수정이 필요 </a:t>
                      </a:r>
                      <a:endParaRPr 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334108"/>
                  </a:ext>
                </a:extLst>
              </a:tr>
              <a:tr h="386728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14.3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>
                          <a:solidFill>
                            <a:schemeClr val="tx1"/>
                          </a:solidFill>
                        </a:rPr>
                        <a:t>Limitation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of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</a:rPr>
                        <a:t>Liability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lvl="0" indent="-1714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원안에서는 원칙적으로 상대방에게 간접적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/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결과적 손실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(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영업이익의 상실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목적물 사용 기회의 상실 등에 따른 손해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에 대하여 책임을 부담하지 아니하나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,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지적재산권 침해 또는 면책의무의 경우에는 앞의 원칙의 미적용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☞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지적 재산권 침해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,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면책의무 발생의 경우의 경우에도 간접적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/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결과적 손실에 대하여 책임을 부담하지 아니하고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, 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중과실의 경우에 간접적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/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결과적 손실에 대하여 책임을 부담하도록 수정 </a:t>
                      </a:r>
                      <a:endParaRPr 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5757562"/>
                  </a:ext>
                </a:extLst>
              </a:tr>
              <a:tr h="386728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19.4</a:t>
                      </a: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chemeClr val="tx1"/>
                          </a:solidFill>
                          <a:latin typeface="Arial Narrow"/>
                          <a:ea typeface="+mj-ea"/>
                          <a:cs typeface="+mn-cs"/>
                        </a:rPr>
                        <a:t>Termination</a:t>
                      </a:r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</a:rPr>
                        <a:t>- 원안에서는 계약 위반에 따른 위반 치유 요구 </a:t>
                      </a:r>
                      <a:r>
                        <a:rPr lang="ko-KR" altLang="en-US" sz="1000" b="0" i="0" u="none" strike="noStrike" kern="1200" baseline="0" noProof="0" err="1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</a:rPr>
                        <a:t>공문후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</a:rPr>
                        <a:t> </a:t>
                      </a:r>
                      <a:r>
                        <a:rPr lang="en-US" alt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</a:rPr>
                        <a:t>14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Arial"/>
                        </a:rPr>
                        <a:t>일 이내 위반자의 치유 실패에 따른 계약 해지 권리는 사업주에게만 부과</a:t>
                      </a:r>
                      <a:br>
                        <a:rPr 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</a:br>
                      <a:r>
                        <a:rPr lang="ko-KR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 ☞</a:t>
                      </a:r>
                      <a:r>
                        <a:rPr lang="ko-KR" altLang="en-US" sz="1000" b="0" i="0" u="none" strike="noStrike" kern="1200" baseline="0" noProof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Segoe UI"/>
                        </a:rPr>
                        <a:t> 쌍방에게 공평하게 해지 권리를 부과하여 사업주의 위반 치유 실패의 경우에도 당사가 해지권을 행사할 수 있도록 수정 </a:t>
                      </a:r>
                      <a:endParaRPr lang="ko-KR" sz="100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7369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9.1</a:t>
                      </a:r>
                      <a:endParaRPr lang="ko-KR" altLang="en-US" sz="1000" b="0" kern="1200" baseline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Employer-Provided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Data</a:t>
                      </a:r>
                      <a:endParaRPr lang="en-US" altLang="ko-KR" sz="900" b="0" kern="1200" baseline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marL="0" marR="0" lvl="0" indent="0" algn="ctr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baseline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algn="l" defTabSz="914400" rtl="0" eaLnBrk="1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-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Employer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는 필요한 자료를 제공하지만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 자료의 부정확성 또는 불일치에 대해 책임을 부담하지 않음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Arial"/>
                        </a:rPr>
                        <a:t>. </a:t>
                      </a:r>
                      <a:endParaRPr lang="en-US" altLang="ko-KR" sz="900" b="0" i="0" u="none" strike="noStrike" kern="1200" baseline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Arial"/>
                      </a:endParaRPr>
                    </a:p>
                    <a:p>
                      <a:pPr marL="0" marR="0" lvl="0" indent="0" algn="l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US" altLang="ko-KR" sz="900" b="0" kern="1200" baseline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Rely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Upon </a:t>
                      </a:r>
                      <a:r>
                        <a:rPr lang="en-US" alt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Information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을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지정하여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해당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RUI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인하여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Defect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책임지지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않도록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조치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필요</a:t>
                      </a: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또한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해당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RUI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Defect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인하여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발생한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추가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비용과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공기연장의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책임은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Owner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책임으로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전가해야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함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  <a:endParaRPr lang="en-US" altLang="ko-KR" sz="900" b="1" u="sng" kern="1200" baseline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0195437"/>
                  </a:ext>
                </a:extLst>
              </a:tr>
              <a:tr h="651572">
                <a:tc>
                  <a:txBody>
                    <a:bodyPr/>
                    <a:lstStyle/>
                    <a:p>
                      <a:pPr marR="0" lvl="0" algn="ctr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15</a:t>
                      </a:r>
                      <a:endParaRPr lang="en-US" altLang="ko-KR" sz="1000"/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Insurance</a:t>
                      </a:r>
                      <a:endParaRPr lang="en-US" sz="900">
                        <a:latin typeface="Malgun Gothic"/>
                        <a:ea typeface="Malgun Gothic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Arial"/>
                        </a:rPr>
                        <a:t>-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Workmen’s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Compensation,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Employer’s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Liability,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Third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Party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Liability,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Automobile,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All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Risk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Equipment,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Marine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and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Aviation,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Professional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Indemnity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Insurance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를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Kingdom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에서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licensed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insurer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를 통해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admitted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basis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가입을 요구함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Additional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insured,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cross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liability,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waiver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of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subrogation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및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indemnity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to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principal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endorsement도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요구되어 실제 보험시장에서 확보가 어렵거나 추가비용이 발생할 수 있음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</a:t>
                      </a:r>
                      <a:endParaRPr lang="en-US" altLang="ko-KR" sz="900"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ko-KR" sz="900" b="0" i="0" u="none" strike="noStrike" kern="1200" baseline="0" noProof="0">
                        <a:solidFill>
                          <a:srgbClr val="000000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보험사와 확인하여 계약조항을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준수할 수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있는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보험 발급이 가능한지 확인 필요</a:t>
                      </a:r>
                      <a:endParaRPr lang="en-US" sz="900">
                        <a:latin typeface="Malgun Gothic"/>
                        <a:ea typeface="Malgun Gothic"/>
                      </a:endParaRPr>
                    </a:p>
                    <a:p>
                      <a:pPr marL="0" marR="0" lvl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1)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본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Scope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of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Work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 필요한 보험만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가입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2)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Kingdom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뿐만 아닌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global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insurance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company까지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가입할 수 있도록 변경 제안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필요</a:t>
                      </a:r>
                      <a:endParaRPr lang="ko-KR" altLang="en-US" sz="900" b="1" u="sng" kern="1200" baseline="0">
                        <a:solidFill>
                          <a:schemeClr val="tx1"/>
                        </a:solidFill>
                        <a:latin typeface="Malgun Gothic"/>
                        <a:ea typeface="Malgun Gothic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6070250"/>
                  </a:ext>
                </a:extLst>
              </a:tr>
              <a:tr h="1129608">
                <a:tc>
                  <a:txBody>
                    <a:bodyPr/>
                    <a:lstStyle/>
                    <a:p>
                      <a:pPr marR="0" lvl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tabLst/>
                        <a:defRPr/>
                      </a:pPr>
                      <a:r>
                        <a:rPr lang="en-US" altLang="ko-KR" sz="1000" b="0" kern="1200" baseline="0">
                          <a:solidFill>
                            <a:schemeClr val="tx1"/>
                          </a:solidFill>
                          <a:latin typeface="+mj-ea"/>
                          <a:ea typeface="+mj-ea"/>
                          <a:cs typeface="+mn-cs"/>
                        </a:rPr>
                        <a:t>16.5 </a:t>
                      </a:r>
                      <a:endParaRPr lang="ko-KR" altLang="en-US" sz="1000" b="0" kern="1200" baseline="0">
                        <a:solidFill>
                          <a:schemeClr val="tx1"/>
                        </a:solidFill>
                        <a:latin typeface="+mj-ea"/>
                        <a:ea typeface="+mj-ea"/>
                        <a:cs typeface="+mn-cs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Background IP </a:t>
                      </a:r>
                      <a:r>
                        <a:rPr lang="en-US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Licence</a:t>
                      </a:r>
                      <a:endParaRPr lang="en-US" sz="900">
                        <a:latin typeface="Malgun Gothic"/>
                        <a:ea typeface="Malgun Gothic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-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16.3: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당사 제출물에는 당사 또는 하도급사 또는 </a:t>
                      </a:r>
                      <a:r>
                        <a:rPr lang="ko-KR" altLang="en-US" sz="900" b="0" i="0" u="none" strike="noStrike" kern="1200" baseline="0" noProof="0" err="1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라이센서의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기술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노하우가 포함되어 있을 수 있으므로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,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사업주에게 소유권 또는 특허등록권을 부여하는 것은 불가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앞의 사업주에게 소유권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/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특허권을 부여하는 것은 삭제 필요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chemeClr val="tx1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. </a:t>
                      </a: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-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기존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Contractor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IP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가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Deliverables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에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포함되면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Employer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는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unconditional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perpetual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royalty-free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freely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sub-licensable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and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assignable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license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를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“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future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business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”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전반에서 사용할 수 있음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.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다른 프로젝트에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Contractor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의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표준설계나 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기술을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 재사용할 권리로 확대될 수 있음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. 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즉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 err="1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Contractor의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표준설계가 경쟁사에 제공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되어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경쟁사가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Contractor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의 기존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설계방법을 분석하고 재사용할 수 있음</a:t>
                      </a:r>
                      <a:endParaRPr lang="en-US" sz="900">
                        <a:latin typeface="Malgun Gothic"/>
                        <a:ea typeface="Malgun Gothic"/>
                      </a:endParaRPr>
                    </a:p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☞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사용범위를 해당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Project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의 설계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건설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운영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유지보수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 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수리 및 확장 목적으로 제한해야 함</a:t>
                      </a:r>
                      <a:r>
                        <a:rPr 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.</a:t>
                      </a:r>
                      <a:endParaRPr lang="ko-KR" sz="900">
                        <a:latin typeface="Malgun Gothic"/>
                        <a:ea typeface="Malgun Gothic"/>
                      </a:endParaRPr>
                    </a:p>
                  </a:txBody>
                  <a:tcPr marL="91396" marR="91396" marT="45698" marB="45698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3988394"/>
                  </a:ext>
                </a:extLst>
              </a:tr>
              <a:tr h="712910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+mn-cs"/>
                        </a:rPr>
                        <a:t>23</a:t>
                      </a:r>
                      <a:endParaRPr lang="en-US"/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00" b="0" i="0" u="none" strike="noStrike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</a:rPr>
                        <a:t>Force Majeure</a:t>
                      </a:r>
                      <a:endParaRPr lang="en-US" sz="900">
                        <a:latin typeface="Malgun Gothic"/>
                        <a:ea typeface="Malgun Gothic"/>
                      </a:endParaRPr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-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Kingdom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밖의 전쟁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,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내란 및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weather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conditions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관련 사건은 명시적으로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Force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Majeure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에서 제외됨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.</a:t>
                      </a:r>
                      <a:b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</a:b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☞ 사건 발생 위치와 관계없이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Services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를 직접 방해하고 일반요건을 충족하면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Force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 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Majeure</a:t>
                      </a:r>
                      <a:r>
                        <a:rPr lang="ko-KR" altLang="en-US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로 인정해야 함</a:t>
                      </a:r>
                      <a:r>
                        <a:rPr lang="en-US" altLang="ko-KR" sz="900" b="0" i="0" u="none" strike="noStrike" kern="1200" baseline="0" noProof="0">
                          <a:solidFill>
                            <a:srgbClr val="000000"/>
                          </a:solidFill>
                          <a:latin typeface="Malgun Gothic"/>
                          <a:ea typeface="Malgun Gothic"/>
                          <a:cs typeface="Segoe UI"/>
                        </a:rPr>
                        <a:t>.</a:t>
                      </a:r>
                      <a:endParaRPr lang="en-US" altLang="ko-KR" sz="900">
                        <a:latin typeface="Malgun Gothic"/>
                        <a:ea typeface="Malgun Gothic"/>
                      </a:endParaRPr>
                    </a:p>
                  </a:txBody>
                  <a:tcPr marL="91395" marR="91395" marT="45697" marB="45697" anchor="ctr">
                    <a:lnL w="6350">
                      <a:solidFill>
                        <a:schemeClr val="tx1"/>
                      </a:solidFill>
                    </a:lnL>
                    <a:lnR w="6350">
                      <a:solidFill>
                        <a:schemeClr val="tx1"/>
                      </a:solidFill>
                    </a:lnR>
                    <a:lnT w="6350">
                      <a:solidFill>
                        <a:schemeClr val="tx1"/>
                      </a:solidFill>
                    </a:lnT>
                    <a:lnB w="635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78204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45816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2F5C1D-2CDA-7C8D-C19E-D9C25360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3297551" cy="318924"/>
          </a:xfrm>
          <a:noFill/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3. </a:t>
            </a:r>
            <a:r>
              <a:rPr lang="ko-KR" altLang="ko-KR" err="1">
                <a:latin typeface="+mj-ea"/>
                <a:ea typeface="+mj-ea"/>
              </a:rPr>
              <a:t>Scope</a:t>
            </a:r>
            <a:r>
              <a:rPr lang="ko-KR" altLang="ko-KR">
                <a:latin typeface="+mj-ea"/>
                <a:ea typeface="+mj-ea"/>
              </a:rPr>
              <a:t> of Services (FEED </a:t>
            </a:r>
            <a:r>
              <a:rPr lang="ko-KR" altLang="ko-KR" err="1">
                <a:latin typeface="+mj-ea"/>
                <a:ea typeface="+mj-ea"/>
              </a:rPr>
              <a:t>only</a:t>
            </a:r>
            <a:r>
              <a:rPr lang="ko-KR" altLang="ko-KR">
                <a:latin typeface="+mj-ea"/>
                <a:ea typeface="+mj-ea"/>
              </a:rPr>
              <a:t>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8CC3B0-DF9C-FB9C-6D72-FFBE8F048C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noFill/>
        </p:spPr>
        <p:txBody>
          <a:bodyPr/>
          <a:lstStyle/>
          <a:p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CE6917-1DE5-FAEA-12B8-634EB44635B2}"/>
              </a:ext>
            </a:extLst>
          </p:cNvPr>
          <p:cNvSpPr txBox="1"/>
          <p:nvPr/>
        </p:nvSpPr>
        <p:spPr>
          <a:xfrm>
            <a:off x="273000" y="643980"/>
            <a:ext cx="5880150" cy="5221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ko-KR" altLang="ko-KR" sz="1400"/>
              <a:t>• Project Management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Project Controls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Engineering and </a:t>
            </a:r>
            <a:r>
              <a:rPr lang="ko-KR" altLang="ko-KR" sz="1400" err="1"/>
              <a:t>Design</a:t>
            </a:r>
            <a:r>
              <a:rPr lang="ko-KR" altLang="ko-KR" sz="1400"/>
              <a:t> </a:t>
            </a:r>
            <a:r>
              <a:rPr lang="ko-KR" altLang="ko-KR" sz="1400" err="1"/>
              <a:t>Development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OEM </a:t>
            </a:r>
            <a:r>
              <a:rPr lang="ko-KR" altLang="ko-KR" sz="1400" err="1"/>
              <a:t>Package</a:t>
            </a:r>
            <a:r>
              <a:rPr lang="ko-KR" altLang="ko-KR" sz="1400"/>
              <a:t> </a:t>
            </a:r>
            <a:r>
              <a:rPr lang="ko-KR" altLang="ko-KR" sz="1400" err="1"/>
              <a:t>Integration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FEED </a:t>
            </a:r>
            <a:r>
              <a:rPr lang="ko-KR" altLang="ko-KR" sz="1400" err="1"/>
              <a:t>engineering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Procurement and </a:t>
            </a:r>
            <a:r>
              <a:rPr lang="ko-KR" altLang="ko-KR" sz="1400" err="1"/>
              <a:t>Material</a:t>
            </a:r>
            <a:r>
              <a:rPr lang="ko-KR" altLang="ko-KR" sz="1400"/>
              <a:t> Management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Vendor</a:t>
            </a:r>
            <a:r>
              <a:rPr lang="ko-KR" altLang="ko-KR" sz="1400"/>
              <a:t> Management, </a:t>
            </a:r>
            <a:r>
              <a:rPr lang="ko-KR" altLang="ko-KR" sz="1400" err="1"/>
              <a:t>Expediting</a:t>
            </a:r>
            <a:r>
              <a:rPr lang="ko-KR" altLang="ko-KR" sz="1400"/>
              <a:t> and </a:t>
            </a:r>
            <a:r>
              <a:rPr lang="ko-KR" altLang="ko-KR" sz="1400" err="1"/>
              <a:t>Inspection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Construction</a:t>
            </a:r>
            <a:r>
              <a:rPr lang="ko-KR" altLang="ko-KR" sz="1400"/>
              <a:t> and </a:t>
            </a:r>
            <a:r>
              <a:rPr lang="ko-KR" altLang="ko-KR" sz="1400" err="1"/>
              <a:t>Installation</a:t>
            </a:r>
            <a:r>
              <a:rPr lang="ko-KR" altLang="ko-KR" sz="1400"/>
              <a:t> </a:t>
            </a:r>
            <a:r>
              <a:rPr lang="ko-KR" altLang="ko-KR" sz="1400" err="1"/>
              <a:t>Strategy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Temporary</a:t>
            </a:r>
            <a:r>
              <a:rPr lang="ko-KR" altLang="ko-KR" sz="1400"/>
              <a:t> </a:t>
            </a:r>
            <a:r>
              <a:rPr lang="ko-KR" altLang="ko-KR" sz="1400" err="1"/>
              <a:t>Facilities</a:t>
            </a:r>
            <a:r>
              <a:rPr lang="ko-KR" altLang="ko-KR" sz="1400"/>
              <a:t> and Site </a:t>
            </a:r>
            <a:r>
              <a:rPr lang="ko-KR" altLang="ko-KR" sz="1400" err="1"/>
              <a:t>Establishment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HSE, </a:t>
            </a:r>
            <a:r>
              <a:rPr lang="ko-KR" altLang="ko-KR" sz="1400" err="1"/>
              <a:t>Environmental</a:t>
            </a:r>
            <a:r>
              <a:rPr lang="ko-KR" altLang="ko-KR" sz="1400"/>
              <a:t> and </a:t>
            </a:r>
            <a:r>
              <a:rPr lang="ko-KR" altLang="ko-KR" sz="1400" err="1"/>
              <a:t>Security</a:t>
            </a:r>
            <a:r>
              <a:rPr lang="ko-KR" altLang="ko-KR" sz="1400"/>
              <a:t> Management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Quality</a:t>
            </a:r>
            <a:r>
              <a:rPr lang="ko-KR" altLang="ko-KR" sz="1400"/>
              <a:t> </a:t>
            </a:r>
            <a:r>
              <a:rPr lang="ko-KR" altLang="ko-KR" sz="1400" err="1"/>
              <a:t>Assurance</a:t>
            </a:r>
            <a:r>
              <a:rPr lang="ko-KR" altLang="ko-KR" sz="1400"/>
              <a:t> and </a:t>
            </a:r>
            <a:r>
              <a:rPr lang="ko-KR" altLang="ko-KR" sz="1400" err="1"/>
              <a:t>Quality</a:t>
            </a:r>
            <a:r>
              <a:rPr lang="ko-KR" altLang="ko-KR" sz="1400"/>
              <a:t> </a:t>
            </a:r>
            <a:r>
              <a:rPr lang="ko-KR" altLang="ko-KR" sz="1400" err="1"/>
              <a:t>Control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Permitting</a:t>
            </a:r>
            <a:r>
              <a:rPr lang="ko-KR" altLang="ko-KR" sz="1400"/>
              <a:t> and </a:t>
            </a:r>
            <a:r>
              <a:rPr lang="ko-KR" altLang="ko-KR" sz="1400" err="1"/>
              <a:t>Stakeholder</a:t>
            </a:r>
            <a:r>
              <a:rPr lang="ko-KR" altLang="ko-KR" sz="1400"/>
              <a:t> </a:t>
            </a:r>
            <a:r>
              <a:rPr lang="ko-KR" altLang="ko-KR" sz="1400" err="1"/>
              <a:t>Support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Interface</a:t>
            </a:r>
            <a:r>
              <a:rPr lang="ko-KR" altLang="ko-KR" sz="1400"/>
              <a:t> Management and </a:t>
            </a:r>
            <a:r>
              <a:rPr lang="ko-KR" altLang="ko-KR" sz="1400" err="1"/>
              <a:t>Coordination</a:t>
            </a:r>
            <a:endParaRPr lang="ko-KR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Document</a:t>
            </a:r>
            <a:r>
              <a:rPr lang="ko-KR" altLang="ko-KR" sz="1400"/>
              <a:t> </a:t>
            </a:r>
            <a:r>
              <a:rPr lang="ko-KR" altLang="ko-KR" sz="1400" err="1"/>
              <a:t>Control</a:t>
            </a:r>
            <a:r>
              <a:rPr lang="ko-KR" altLang="ko-KR" sz="1400"/>
              <a:t> and </a:t>
            </a:r>
            <a:r>
              <a:rPr lang="ko-KR" altLang="ko-KR" sz="1400" err="1"/>
              <a:t>Information</a:t>
            </a:r>
            <a:r>
              <a:rPr lang="ko-KR" altLang="ko-KR" sz="1400"/>
              <a:t> Management</a:t>
            </a:r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Project Schedule</a:t>
            </a:r>
            <a:endParaRPr lang="en-US" altLang="ko-KR" sz="1400"/>
          </a:p>
          <a:p>
            <a:pPr>
              <a:lnSpc>
                <a:spcPct val="150000"/>
              </a:lnSpc>
              <a:buNone/>
            </a:pPr>
            <a:r>
              <a:rPr lang="ko-KR" altLang="ko-KR" sz="1400"/>
              <a:t>• </a:t>
            </a:r>
            <a:r>
              <a:rPr lang="ko-KR" altLang="ko-KR" sz="1400" err="1"/>
              <a:t>Cost</a:t>
            </a:r>
            <a:r>
              <a:rPr lang="ko-KR" altLang="ko-KR" sz="1400"/>
              <a:t> </a:t>
            </a:r>
            <a:r>
              <a:rPr lang="ko-KR" altLang="ko-KR" sz="1400" err="1"/>
              <a:t>to</a:t>
            </a:r>
            <a:r>
              <a:rPr lang="ko-KR" altLang="ko-KR" sz="1400"/>
              <a:t> </a:t>
            </a:r>
            <a:r>
              <a:rPr lang="ko-KR" altLang="ko-KR" sz="1400" err="1"/>
              <a:t>Completion</a:t>
            </a:r>
            <a:r>
              <a:rPr lang="ko-KR" altLang="ko-KR" sz="1400"/>
              <a:t> (LSTK)</a:t>
            </a:r>
          </a:p>
        </p:txBody>
      </p:sp>
    </p:spTree>
    <p:extLst>
      <p:ext uri="{BB962C8B-B14F-4D97-AF65-F5344CB8AC3E}">
        <p14:creationId xmlns:p14="http://schemas.microsoft.com/office/powerpoint/2010/main" val="1757942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4CB9F0-A04F-0303-0441-BD0A58DB7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4CF768-FBA1-0CEA-4A19-CD322AF4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3420918" cy="318924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4. Phase-1 Scope Of Work (SOW)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55531905-13E2-ADB8-E422-6FF39418F8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3E037032-3774-ABDE-B39F-9EF792ECCE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451293"/>
              </p:ext>
            </p:extLst>
          </p:nvPr>
        </p:nvGraphicFramePr>
        <p:xfrm>
          <a:off x="352400" y="608541"/>
          <a:ext cx="9201200" cy="58455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25475">
                  <a:extLst>
                    <a:ext uri="{9D8B030D-6E8A-4147-A177-3AD203B41FA5}">
                      <a16:colId xmlns:a16="http://schemas.microsoft.com/office/drawing/2014/main" val="3963624049"/>
                    </a:ext>
                  </a:extLst>
                </a:gridCol>
                <a:gridCol w="1933575">
                  <a:extLst>
                    <a:ext uri="{9D8B030D-6E8A-4147-A177-3AD203B41FA5}">
                      <a16:colId xmlns:a16="http://schemas.microsoft.com/office/drawing/2014/main" val="3656657419"/>
                    </a:ext>
                  </a:extLst>
                </a:gridCol>
                <a:gridCol w="4341850">
                  <a:extLst>
                    <a:ext uri="{9D8B030D-6E8A-4147-A177-3AD203B41FA5}">
                      <a16:colId xmlns:a16="http://schemas.microsoft.com/office/drawing/2014/main" val="2581492116"/>
                    </a:ext>
                  </a:extLst>
                </a:gridCol>
                <a:gridCol w="2300300">
                  <a:extLst>
                    <a:ext uri="{9D8B030D-6E8A-4147-A177-3AD203B41FA5}">
                      <a16:colId xmlns:a16="http://schemas.microsoft.com/office/drawing/2014/main" val="2140904976"/>
                    </a:ext>
                  </a:extLst>
                </a:gridCol>
              </a:tblGrid>
              <a:tr h="40957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ko-KR" altLang="en-US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Subject</a:t>
                      </a:r>
                      <a:endParaRPr lang="ko-KR" altLang="en-US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Description</a:t>
                      </a:r>
                      <a:endParaRPr lang="ko-KR" altLang="en-US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400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Remarks</a:t>
                      </a:r>
                      <a:endParaRPr lang="ko-KR" altLang="en-US" sz="1400" b="1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391973"/>
                  </a:ext>
                </a:extLst>
              </a:tr>
              <a:tr h="159330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Management &amp; </a:t>
                      </a:r>
                    </a:p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 Design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Plan and Procedure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작성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(Project Execution Plan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등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Project Specifications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포함한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FEED Deliverables Issue</a:t>
                      </a:r>
                    </a:p>
                    <a:p>
                      <a:pPr marL="180975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*ITB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요구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Deliverable(Process Design Criteria, Design Basis, Procurement Planning, Risk Assessment 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등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확인 필요</a:t>
                      </a:r>
                      <a:endParaRPr lang="en-US" altLang="ko-K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EPC Schedule(Level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확인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작성 및 협의</a:t>
                      </a:r>
                      <a:endParaRPr lang="en-US" altLang="ko-K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Scope of Service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관련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작성</a:t>
                      </a:r>
                      <a:endParaRPr lang="en-US" altLang="ko-K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Ph-1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에서 수행 가능한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Deliverable (e.g. PID, Plot Plan, PMS, Building List)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0120243"/>
                  </a:ext>
                </a:extLst>
              </a:tr>
              <a:tr h="4192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OEM Engineering Deliverables 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Design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Basis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협의 및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OEM PKG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Integration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OEM Engineering Deliverables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접수 및 검토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설계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0535447"/>
                  </a:ext>
                </a:extLst>
              </a:tr>
              <a:tr h="4192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BOP Design 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Process Unit Condition +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사업주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Requirement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에 따라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BOP Design 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설계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9704565"/>
                  </a:ext>
                </a:extLst>
              </a:tr>
              <a:tr h="587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Survey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Site Survey (1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주일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Geotechnical Investigation and Topographic Survey</a:t>
                      </a:r>
                    </a:p>
                    <a:p>
                      <a:pPr marL="180975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본 회의에서 논의 및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Clarification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발송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사업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설계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공사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161408"/>
                  </a:ext>
                </a:extLst>
              </a:tr>
              <a:tr h="41929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 &amp; Transportation Study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EQ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운반 및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 Max Size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확인을 위한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Route Survey</a:t>
                      </a:r>
                    </a:p>
                    <a:p>
                      <a:pPr marL="0" indent="180975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(ITB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내 요구 사항 유무 확인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기존 자료 활용 가능여부 확인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물류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7984664"/>
                  </a:ext>
                </a:extLst>
              </a:tr>
              <a:tr h="25157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Modularization Study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Modularization Study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및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 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제출</a:t>
                      </a:r>
                      <a:endParaRPr lang="en-US" altLang="ko-KR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모듈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27725079"/>
                  </a:ext>
                </a:extLst>
              </a:tr>
              <a:tr h="5870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(1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차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AACE Class 3 Capital Cost Estimate for FID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Capital Cost Estimate as per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AACE Class 3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within 8 weeks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319789"/>
                  </a:ext>
                </a:extLst>
              </a:tr>
              <a:tr h="7725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(2</a:t>
                      </a:r>
                      <a:r>
                        <a:rPr lang="ko-KR" altLang="en-US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차</a:t>
                      </a: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 EPC LSTK Price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LSTK Price for Roll-over(Phase-2)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/</a:t>
                      </a:r>
                    </a:p>
                    <a:p>
                      <a:pPr latinLnBrk="1"/>
                      <a:r>
                        <a:rPr lang="en-US" altLang="ko-KR" sz="12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Within 3 Month</a:t>
                      </a:r>
                      <a:endParaRPr lang="ko-KR" altLang="en-US" sz="12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49419"/>
                  </a:ext>
                </a:extLst>
              </a:tr>
            </a:tbl>
          </a:graphicData>
        </a:graphic>
      </p:graphicFrame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5B906773-AF21-8CEB-F5E3-435A7A944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2537749"/>
              </p:ext>
            </p:extLst>
          </p:nvPr>
        </p:nvGraphicFramePr>
        <p:xfrm>
          <a:off x="7353101" y="1936750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914400" imgH="771525" progId="Package">
                  <p:embed/>
                </p:oleObj>
              </mc:Choice>
              <mc:Fallback>
                <p:oleObj name="포장기 셸 개체" showAsIcon="1" r:id="rId3" imgW="914400" imgH="771525" progId="Package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5B906773-AF21-8CEB-F5E3-435A7A9441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353101" y="1936750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4CEFDD0E-1F3A-80BD-D663-4C88A64545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4533069"/>
              </p:ext>
            </p:extLst>
          </p:nvPr>
        </p:nvGraphicFramePr>
        <p:xfrm>
          <a:off x="8483600" y="4987925"/>
          <a:ext cx="10763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1076400" imgH="907200" progId="Excel.Sheet.12">
                  <p:embed/>
                </p:oleObj>
              </mc:Choice>
              <mc:Fallback>
                <p:oleObj name="Worksheet" showAsIcon="1" r:id="rId5" imgW="1076400" imgH="907200" progId="Excel.Sheet.12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4CEFDD0E-1F3A-80BD-D663-4C88A6454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8483600" y="4987925"/>
                        <a:ext cx="1076325" cy="9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43366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712FF-DC4C-99F5-0FEB-CEEDCF06F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760B45-03E1-0F61-B44B-1FD14375A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186606" cy="318924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5. Proposal</a:t>
            </a:r>
            <a:r>
              <a:rPr lang="ko-KR" altLang="en-US">
                <a:latin typeface="+mj-ea"/>
                <a:ea typeface="+mj-ea"/>
              </a:rPr>
              <a:t> </a:t>
            </a:r>
            <a:r>
              <a:rPr lang="en-US" altLang="ko-KR">
                <a:latin typeface="+mj-ea"/>
                <a:ea typeface="+mj-ea"/>
              </a:rPr>
              <a:t>Schedule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277A2BBB-D4AE-BD1D-06CC-B9C350B6A7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87D91CD4-4930-B7F5-0D9E-6796CA606FA7}"/>
              </a:ext>
            </a:extLst>
          </p:cNvPr>
          <p:cNvGrpSpPr/>
          <p:nvPr/>
        </p:nvGrpSpPr>
        <p:grpSpPr>
          <a:xfrm>
            <a:off x="7991647" y="571500"/>
            <a:ext cx="1641353" cy="215444"/>
            <a:chOff x="7435972" y="715678"/>
            <a:chExt cx="1641353" cy="215444"/>
          </a:xfrm>
        </p:grpSpPr>
        <p:sp>
          <p:nvSpPr>
            <p:cNvPr id="12" name="Rectangle 2">
              <a:extLst>
                <a:ext uri="{FF2B5EF4-FFF2-40B4-BE49-F238E27FC236}">
                  <a16:creationId xmlns:a16="http://schemas.microsoft.com/office/drawing/2014/main" id="{36E072E1-5C5D-276A-7375-0C59B624FC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0" y="715678"/>
              <a:ext cx="1584325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>
                  <a:latin typeface="Arial" panose="020B0604020202020204" pitchFamily="34" charset="0"/>
                  <a:hlinkClick r:id="rId3"/>
                </a:rPr>
                <a:t>MMC Gold Project </a:t>
              </a:r>
              <a:r>
                <a:rPr lang="ko-KR" altLang="en-US" sz="800">
                  <a:latin typeface="Arial" panose="020B0604020202020204" pitchFamily="34" charset="0"/>
                  <a:hlinkClick r:id="rId3"/>
                </a:rPr>
                <a:t>입찰 스케쥴</a:t>
              </a:r>
              <a:endPara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2052" name="Picture 4">
              <a:extLst>
                <a:ext uri="{FF2B5EF4-FFF2-40B4-BE49-F238E27FC236}">
                  <a16:creationId xmlns:a16="http://schemas.microsoft.com/office/drawing/2014/main" id="{1FD4C4D0-00F9-17EB-519A-303760E0F8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5972" y="772657"/>
              <a:ext cx="114056" cy="107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B8ADCD8F-573F-89E4-F4C3-790A983D54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5755" y="571500"/>
            <a:ext cx="5716069" cy="588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856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36B23-170C-63EA-5745-EE88DD213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61D43D-21B1-48D9-5428-8BF2C4260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1838177" cy="318924"/>
          </a:xfrm>
        </p:spPr>
        <p:txBody>
          <a:bodyPr/>
          <a:lstStyle/>
          <a:p>
            <a:r>
              <a:rPr lang="en-US" altLang="ko-KR">
                <a:latin typeface="+mj-ea"/>
                <a:ea typeface="+mj-ea"/>
              </a:rPr>
              <a:t>6. </a:t>
            </a:r>
            <a:r>
              <a:rPr lang="ko-KR" altLang="en-US">
                <a:latin typeface="+mj-ea"/>
                <a:ea typeface="+mj-ea"/>
              </a:rPr>
              <a:t>협조 요청 사항 </a:t>
            </a: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07C29456-6173-79EE-11C2-E03E9D713D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16C027-B140-7064-FE0B-7D6930516500}"/>
              </a:ext>
            </a:extLst>
          </p:cNvPr>
          <p:cNvSpPr txBox="1"/>
          <p:nvPr/>
        </p:nvSpPr>
        <p:spPr>
          <a:xfrm>
            <a:off x="273000" y="607726"/>
            <a:ext cx="9554419" cy="2605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ko-KR" altLang="en-US" sz="1400" b="1" u="sng">
                <a:ea typeface="+mj-ea"/>
              </a:rPr>
              <a:t>협조 요청 사항</a:t>
            </a:r>
            <a:endParaRPr lang="en-US" altLang="ko-KR" sz="1400" b="1" u="sng">
              <a:ea typeface="+mj-ea"/>
            </a:endParaRP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ko-KR" altLang="en-US" sz="1400">
                <a:latin typeface="+mn-ea"/>
              </a:rPr>
              <a:t>입찰 </a:t>
            </a:r>
            <a:r>
              <a:rPr lang="en-US" altLang="ko-KR" sz="1400">
                <a:latin typeface="+mn-ea"/>
              </a:rPr>
              <a:t>MH :  8/25</a:t>
            </a:r>
            <a:r>
              <a:rPr lang="ko-KR" altLang="en-US" sz="1400">
                <a:latin typeface="+mn-ea"/>
              </a:rPr>
              <a:t>까지</a:t>
            </a:r>
            <a:r>
              <a:rPr lang="en-US" altLang="ko-KR" sz="1400">
                <a:latin typeface="+mn-ea"/>
              </a:rPr>
              <a:t>				(</a:t>
            </a:r>
            <a:r>
              <a:rPr lang="ko-KR" altLang="en-US" sz="1400">
                <a:latin typeface="+mn-ea"/>
              </a:rPr>
              <a:t>설계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latin typeface="+mn-ea"/>
              </a:rPr>
              <a:t>Technical Commercial Clarification : 8/26</a:t>
            </a:r>
            <a:r>
              <a:rPr lang="ko-KR" altLang="en-US" sz="1400">
                <a:latin typeface="+mn-ea"/>
              </a:rPr>
              <a:t>까지</a:t>
            </a:r>
            <a:r>
              <a:rPr lang="en-US" altLang="ko-KR" sz="1400">
                <a:latin typeface="+mn-ea"/>
              </a:rPr>
              <a:t>		(</a:t>
            </a:r>
            <a:r>
              <a:rPr lang="ko-KR" altLang="en-US" sz="1400">
                <a:latin typeface="+mn-ea"/>
              </a:rPr>
              <a:t>전 부서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latin typeface="+mn-ea"/>
              </a:rPr>
              <a:t>ITB</a:t>
            </a:r>
            <a:r>
              <a:rPr lang="ko-KR" altLang="en-US" sz="1400">
                <a:latin typeface="+mn-ea"/>
              </a:rPr>
              <a:t> 검토 및 주요 및 특이사항 작성 </a:t>
            </a:r>
            <a:r>
              <a:rPr lang="en-US" altLang="ko-KR" sz="1400">
                <a:latin typeface="+mn-ea"/>
              </a:rPr>
              <a:t>: 8/26</a:t>
            </a:r>
            <a:r>
              <a:rPr lang="ko-KR" altLang="en-US" sz="1400">
                <a:latin typeface="+mn-ea"/>
              </a:rPr>
              <a:t>까지 </a:t>
            </a:r>
            <a:r>
              <a:rPr lang="en-US" altLang="ko-KR" sz="1400">
                <a:latin typeface="+mn-ea"/>
              </a:rPr>
              <a:t>		(</a:t>
            </a:r>
            <a:r>
              <a:rPr lang="ko-KR" altLang="en-US" sz="1400">
                <a:latin typeface="+mn-ea"/>
              </a:rPr>
              <a:t>전 부서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latin typeface="+mn-ea"/>
              </a:rPr>
              <a:t>Deliverable List : 8/27 </a:t>
            </a:r>
            <a:r>
              <a:rPr lang="ko-KR" altLang="en-US" sz="1400">
                <a:latin typeface="+mn-ea"/>
              </a:rPr>
              <a:t>까지 </a:t>
            </a:r>
            <a:r>
              <a:rPr lang="en-US" altLang="ko-KR" sz="1400">
                <a:latin typeface="+mn-ea"/>
              </a:rPr>
              <a:t>			(</a:t>
            </a:r>
            <a:r>
              <a:rPr lang="ko-KR" altLang="en-US" sz="1400">
                <a:latin typeface="+mn-ea"/>
              </a:rPr>
              <a:t>설계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latin typeface="+mn-ea"/>
              </a:rPr>
              <a:t>IPP : 8/27</a:t>
            </a:r>
            <a:r>
              <a:rPr lang="ko-KR" altLang="en-US" sz="1400">
                <a:latin typeface="+mn-ea"/>
              </a:rPr>
              <a:t> 까지</a:t>
            </a:r>
            <a:r>
              <a:rPr lang="en-US" altLang="ko-KR" sz="1400">
                <a:latin typeface="+mn-ea"/>
              </a:rPr>
              <a:t>				(</a:t>
            </a:r>
            <a:r>
              <a:rPr lang="ko-KR" altLang="en-US" sz="1400">
                <a:latin typeface="+mn-ea"/>
              </a:rPr>
              <a:t>설계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AutoNum type="arabicParenR"/>
            </a:pPr>
            <a:r>
              <a:rPr lang="en-US" altLang="ko-KR" sz="1400">
                <a:latin typeface="+mn-ea"/>
              </a:rPr>
              <a:t>Risk </a:t>
            </a:r>
            <a:r>
              <a:rPr lang="ko-KR" altLang="en-US" sz="1400">
                <a:latin typeface="+mn-ea"/>
              </a:rPr>
              <a:t>등재</a:t>
            </a:r>
            <a:r>
              <a:rPr lang="en-US" altLang="ko-KR" sz="1400">
                <a:latin typeface="+mn-ea"/>
              </a:rPr>
              <a:t>(</a:t>
            </a:r>
            <a:r>
              <a:rPr lang="ko-KR" altLang="en-US" sz="1400">
                <a:latin typeface="+mn-ea"/>
              </a:rPr>
              <a:t>수주 </a:t>
            </a:r>
            <a:r>
              <a:rPr lang="en-US" altLang="ko-KR" sz="1400">
                <a:latin typeface="+mn-ea"/>
              </a:rPr>
              <a:t>RM </a:t>
            </a:r>
            <a:r>
              <a:rPr lang="ko-KR" altLang="en-US" sz="1400">
                <a:latin typeface="+mn-ea"/>
              </a:rPr>
              <a:t>시스템</a:t>
            </a:r>
            <a:r>
              <a:rPr lang="en-US" altLang="ko-KR" sz="1400">
                <a:latin typeface="+mn-ea"/>
              </a:rPr>
              <a:t>)</a:t>
            </a:r>
            <a:r>
              <a:rPr lang="ko-KR" altLang="en-US" sz="1400">
                <a:latin typeface="+mn-ea"/>
              </a:rPr>
              <a:t> 및 </a:t>
            </a:r>
            <a:r>
              <a:rPr lang="en-US" altLang="ko-KR" sz="1400">
                <a:latin typeface="+mn-ea"/>
              </a:rPr>
              <a:t>LL </a:t>
            </a:r>
            <a:r>
              <a:rPr lang="ko-KR" altLang="en-US" sz="1400">
                <a:latin typeface="+mn-ea"/>
              </a:rPr>
              <a:t>검토 </a:t>
            </a:r>
            <a:r>
              <a:rPr lang="en-US" altLang="ko-KR" sz="1400">
                <a:latin typeface="+mn-ea"/>
              </a:rPr>
              <a:t>: 8/27</a:t>
            </a:r>
            <a:r>
              <a:rPr lang="ko-KR" altLang="en-US" sz="1400">
                <a:latin typeface="+mn-ea"/>
              </a:rPr>
              <a:t>까지</a:t>
            </a:r>
            <a:r>
              <a:rPr lang="en-US" altLang="ko-KR" sz="1400">
                <a:latin typeface="+mn-ea"/>
              </a:rPr>
              <a:t>	(</a:t>
            </a:r>
            <a:r>
              <a:rPr lang="ko-KR" altLang="en-US" sz="1400">
                <a:latin typeface="+mn-ea"/>
              </a:rPr>
              <a:t>전 부서</a:t>
            </a:r>
            <a:r>
              <a:rPr lang="en-US" altLang="ko-KR" sz="1400">
                <a:latin typeface="+mn-ea"/>
              </a:rPr>
              <a:t>)</a:t>
            </a:r>
          </a:p>
          <a:p>
            <a:pPr marL="800100" lvl="1" indent="-342900">
              <a:lnSpc>
                <a:spcPct val="150000"/>
              </a:lnSpc>
              <a:buFontTx/>
              <a:buAutoNum type="arabicParenR"/>
            </a:pPr>
            <a:r>
              <a:rPr lang="ko-KR" altLang="en-US" sz="1400">
                <a:latin typeface="+mn-ea"/>
              </a:rPr>
              <a:t>수행 설계</a:t>
            </a:r>
            <a:r>
              <a:rPr lang="en-US" altLang="ko-KR" sz="1400">
                <a:latin typeface="+mn-ea"/>
              </a:rPr>
              <a:t>/</a:t>
            </a:r>
            <a:r>
              <a:rPr lang="ko-KR" altLang="en-US" sz="1400">
                <a:latin typeface="+mn-ea"/>
              </a:rPr>
              <a:t>비설계 </a:t>
            </a:r>
            <a:r>
              <a:rPr lang="en-US" altLang="ko-KR" sz="1400">
                <a:latin typeface="+mn-ea"/>
              </a:rPr>
              <a:t>MH </a:t>
            </a:r>
            <a:r>
              <a:rPr lang="ko-KR" altLang="en-US" sz="1400">
                <a:latin typeface="+mn-ea"/>
              </a:rPr>
              <a:t>및 </a:t>
            </a:r>
            <a:r>
              <a:rPr lang="en-US" altLang="ko-KR" sz="1400">
                <a:latin typeface="+mn-ea"/>
              </a:rPr>
              <a:t>Expense : 8/28</a:t>
            </a:r>
            <a:r>
              <a:rPr lang="ko-KR" altLang="en-US" sz="1400">
                <a:latin typeface="+mn-ea"/>
              </a:rPr>
              <a:t>까지 </a:t>
            </a:r>
            <a:r>
              <a:rPr lang="ko-KR" altLang="en-US" sz="1400">
                <a:ea typeface="+mj-ea"/>
              </a:rPr>
              <a:t> </a:t>
            </a:r>
            <a:r>
              <a:rPr lang="en-US" altLang="ko-KR" sz="1400">
                <a:ea typeface="+mj-ea"/>
              </a:rPr>
              <a:t>		(</a:t>
            </a:r>
            <a:r>
              <a:rPr lang="ko-KR" altLang="en-US" sz="1400">
                <a:ea typeface="+mj-ea"/>
              </a:rPr>
              <a:t>설계</a:t>
            </a:r>
            <a:r>
              <a:rPr lang="en-US" altLang="ko-KR" sz="1400">
                <a:ea typeface="+mj-ea"/>
              </a:rPr>
              <a:t>/</a:t>
            </a:r>
            <a:r>
              <a:rPr lang="ko-KR" altLang="en-US" sz="1400">
                <a:ea typeface="+mj-ea"/>
              </a:rPr>
              <a:t>비설계</a:t>
            </a:r>
            <a:r>
              <a:rPr lang="en-US" altLang="ko-KR" sz="1400"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46583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76AC-6F9F-D2D1-4C9F-C04C7A964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A457EA-E00C-FA15-A443-6C1BF7E7D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1753219" cy="318924"/>
          </a:xfrm>
        </p:spPr>
        <p:txBody>
          <a:bodyPr/>
          <a:lstStyle/>
          <a:p>
            <a:r>
              <a:rPr lang="ko-KR" altLang="en-US"/>
              <a:t>첨부 </a:t>
            </a:r>
            <a:r>
              <a:rPr lang="en-US" altLang="ko-KR"/>
              <a:t>1. Plot Plan</a:t>
            </a:r>
            <a:endParaRPr lang="ko-KR" altLang="en-US"/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D8B267CA-3E05-94AC-6604-9CAE79F194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A5954D22-1EEB-A938-6B83-A8F0EEDFB6F0}"/>
              </a:ext>
            </a:extLst>
          </p:cNvPr>
          <p:cNvSpPr txBox="1"/>
          <p:nvPr/>
        </p:nvSpPr>
        <p:spPr>
          <a:xfrm>
            <a:off x="273000" y="515774"/>
            <a:ext cx="8520018" cy="288147"/>
          </a:xfrm>
          <a:prstGeom prst="rect">
            <a:avLst/>
          </a:prstGeom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0"/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ISBL(Process Plant)</a:t>
            </a:r>
            <a:r>
              <a:rPr lang="ko-KR" altLang="en-US" sz="1400" b="1">
                <a:latin typeface="맑은 고딕" pitchFamily="50" charset="-127"/>
                <a:ea typeface="맑은 고딕" pitchFamily="50" charset="-127"/>
              </a:rPr>
              <a:t>만 표시 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(OSBL </a:t>
            </a:r>
            <a:r>
              <a:rPr lang="ko-KR" altLang="en-US" sz="1400" b="1" err="1">
                <a:latin typeface="맑은 고딕" pitchFamily="50" charset="-127"/>
                <a:ea typeface="맑은 고딕" pitchFamily="50" charset="-127"/>
              </a:rPr>
              <a:t>미표시</a:t>
            </a:r>
            <a:r>
              <a:rPr lang="en-US" altLang="ko-KR" sz="1400" b="1">
                <a:latin typeface="맑은 고딕" pitchFamily="50" charset="-127"/>
                <a:ea typeface="맑은 고딕" pitchFamily="50" charset="-127"/>
              </a:rPr>
              <a:t>)</a:t>
            </a:r>
            <a:endParaRPr lang="ko-KR" altLang="en-US" sz="1400" b="1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0276D78-2791-A31C-72E2-0D27EB544E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911" y="1027276"/>
            <a:ext cx="5400299" cy="5314950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975B7BCA-86E3-3A1A-9971-F6B591671616}"/>
              </a:ext>
            </a:extLst>
          </p:cNvPr>
          <p:cNvGrpSpPr/>
          <p:nvPr/>
        </p:nvGrpSpPr>
        <p:grpSpPr>
          <a:xfrm>
            <a:off x="2031009" y="760117"/>
            <a:ext cx="4248786" cy="2668883"/>
            <a:chOff x="1935759" y="760117"/>
            <a:chExt cx="4248786" cy="2668883"/>
          </a:xfrm>
        </p:grpSpPr>
        <p:sp>
          <p:nvSpPr>
            <p:cNvPr id="12" name="TextBox 13">
              <a:extLst>
                <a:ext uri="{FF2B5EF4-FFF2-40B4-BE49-F238E27FC236}">
                  <a16:creationId xmlns:a16="http://schemas.microsoft.com/office/drawing/2014/main" id="{D8798D2F-DDC0-9972-EB95-ADACC1E31FA2}"/>
                </a:ext>
              </a:extLst>
            </p:cNvPr>
            <p:cNvSpPr txBox="1"/>
            <p:nvPr/>
          </p:nvSpPr>
          <p:spPr>
            <a:xfrm rot="16200000">
              <a:off x="5619558" y="2234388"/>
              <a:ext cx="868364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 b="1">
                  <a:latin typeface="맑은 고딕" pitchFamily="50" charset="-127"/>
                  <a:ea typeface="맑은 고딕" pitchFamily="50" charset="-127"/>
                </a:rPr>
                <a:t>365 m</a:t>
              </a:r>
              <a:endParaRPr lang="ko-KR" altLang="en-US" sz="1050"/>
            </a:p>
          </p:txBody>
        </p:sp>
        <p:cxnSp>
          <p:nvCxnSpPr>
            <p:cNvPr id="16" name="직선 화살표 연결선 15">
              <a:extLst>
                <a:ext uri="{FF2B5EF4-FFF2-40B4-BE49-F238E27FC236}">
                  <a16:creationId xmlns:a16="http://schemas.microsoft.com/office/drawing/2014/main" id="{8D9501BD-C247-3B12-719E-A22081837F97}"/>
                </a:ext>
              </a:extLst>
            </p:cNvPr>
            <p:cNvCxnSpPr>
              <a:cxnSpLocks/>
            </p:cNvCxnSpPr>
            <p:nvPr/>
          </p:nvCxnSpPr>
          <p:spPr>
            <a:xfrm>
              <a:off x="5811960" y="1640084"/>
              <a:ext cx="0" cy="1788916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BF497DCD-797E-4967-7176-68197F69BFF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35759" y="907074"/>
              <a:ext cx="3788766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155AAAE9-F924-630C-BEDC-F5ADA94B04EC}"/>
                </a:ext>
              </a:extLst>
            </p:cNvPr>
            <p:cNvSpPr txBox="1"/>
            <p:nvPr/>
          </p:nvSpPr>
          <p:spPr>
            <a:xfrm>
              <a:off x="3451259" y="760117"/>
              <a:ext cx="757766" cy="253916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ko-KR" sz="1050" b="1">
                  <a:latin typeface="맑은 고딕" pitchFamily="50" charset="-127"/>
                  <a:ea typeface="맑은 고딕" pitchFamily="50" charset="-127"/>
                </a:rPr>
                <a:t>774 m</a:t>
              </a:r>
              <a:endParaRPr lang="ko-KR" altLang="en-US" sz="1050"/>
            </a:p>
          </p:txBody>
        </p:sp>
      </p:grpSp>
      <p:sp>
        <p:nvSpPr>
          <p:cNvPr id="11" name="TextBox 8">
            <a:extLst>
              <a:ext uri="{FF2B5EF4-FFF2-40B4-BE49-F238E27FC236}">
                <a16:creationId xmlns:a16="http://schemas.microsoft.com/office/drawing/2014/main" id="{49ACE6AF-3ED8-A012-BC59-F1CE0B87028D}"/>
              </a:ext>
            </a:extLst>
          </p:cNvPr>
          <p:cNvSpPr txBox="1"/>
          <p:nvPr/>
        </p:nvSpPr>
        <p:spPr>
          <a:xfrm>
            <a:off x="4680000" y="5335741"/>
            <a:ext cx="4953000" cy="1006485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</a:ln>
        </p:spPr>
        <p:txBody>
          <a:bodyPr wrap="square" lIns="36000" tIns="36000" rIns="36000" bIns="3600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Existing MM Gold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Plant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(Free Milling + Refractory Ore / 4MTPA) </a:t>
            </a:r>
          </a:p>
          <a:p>
            <a:pPr marL="180975" latinLnBrk="0">
              <a:lnSpc>
                <a:spcPct val="130000"/>
              </a:lnSpc>
            </a:pP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검은색으로 표시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171450" indent="-171450" latinLnBrk="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altLang="ko-KR" sz="1200" b="1">
                <a:solidFill>
                  <a:srgbClr val="05FC05"/>
                </a:solidFill>
                <a:latin typeface="맑은 고딕" pitchFamily="50" charset="-127"/>
                <a:ea typeface="맑은 고딕" pitchFamily="50" charset="-127"/>
              </a:rPr>
              <a:t>MM Cluster Gold Plant </a:t>
            </a:r>
            <a:r>
              <a:rPr lang="en-US" altLang="ko-KR" sz="1200" b="1">
                <a:solidFill>
                  <a:srgbClr val="05FC05"/>
                </a:solidFill>
                <a:latin typeface="맑은 고딕" pitchFamily="50" charset="-127"/>
              </a:rPr>
              <a:t>(Free Milling + Refractory Ore / 4MTPA) </a:t>
            </a:r>
          </a:p>
          <a:p>
            <a:pPr indent="180975" latinLnBrk="0">
              <a:lnSpc>
                <a:spcPct val="130000"/>
              </a:lnSpc>
            </a:pPr>
            <a:r>
              <a:rPr lang="en-US" altLang="ko-KR" sz="1200" b="1">
                <a:solidFill>
                  <a:srgbClr val="05FC05"/>
                </a:solidFill>
                <a:latin typeface="맑은 고딕" pitchFamily="50" charset="-127"/>
              </a:rPr>
              <a:t>: </a:t>
            </a:r>
            <a:r>
              <a:rPr lang="ko-KR" altLang="en-US" sz="1200" b="1">
                <a:solidFill>
                  <a:srgbClr val="05FC05"/>
                </a:solidFill>
                <a:latin typeface="맑은 고딕" pitchFamily="50" charset="-127"/>
              </a:rPr>
              <a:t>연두색으로 표시</a:t>
            </a:r>
            <a:endParaRPr lang="en-US" altLang="ko-KR" sz="1200" b="1">
              <a:solidFill>
                <a:srgbClr val="05FC05"/>
              </a:solidFill>
              <a:latin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26164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9D74A6-2A47-CB5F-29E0-70B11B082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63F5A9-DA57-46A8-CB3C-5A63139C8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828833" cy="318924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첨부 </a:t>
            </a:r>
            <a:r>
              <a:rPr lang="en-US" altLang="ko-KR">
                <a:latin typeface="+mj-ea"/>
                <a:ea typeface="+mj-ea"/>
              </a:rPr>
              <a:t>2. Block Flow Diagram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56" name="텍스트 개체 틀 3">
            <a:extLst>
              <a:ext uri="{FF2B5EF4-FFF2-40B4-BE49-F238E27FC236}">
                <a16:creationId xmlns:a16="http://schemas.microsoft.com/office/drawing/2014/main" id="{58C82C10-BC61-4953-0772-F543108A30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3A8C390-5E1F-B180-EBB9-BF900EF34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00" y="519924"/>
            <a:ext cx="9220200" cy="4999001"/>
          </a:xfrm>
          <a:prstGeom prst="rect">
            <a:avLst/>
          </a:prstGeom>
        </p:spPr>
      </p:pic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EDC35058-DF7F-2CD7-9576-609D4CE794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2382984"/>
              </p:ext>
            </p:extLst>
          </p:nvPr>
        </p:nvGraphicFramePr>
        <p:xfrm>
          <a:off x="192088" y="5718175"/>
          <a:ext cx="107632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포장기 셸 개체" showAsIcon="1" r:id="rId3" imgW="1076400" imgH="907200" progId="Package">
                  <p:embed/>
                </p:oleObj>
              </mc:Choice>
              <mc:Fallback>
                <p:oleObj name="포장기 셸 개체" showAsIcon="1" r:id="rId3" imgW="1076400" imgH="907200" progId="Package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EDC35058-DF7F-2CD7-9576-609D4CE79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92088" y="5718175"/>
                        <a:ext cx="1076325" cy="9064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20283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E097D-7C1B-D1CD-CA31-FCA070677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C6FE2-95BA-98D9-D2E7-60BB2FFEA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3104550" cy="318924"/>
          </a:xfrm>
          <a:noFill/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첨부 </a:t>
            </a:r>
            <a:r>
              <a:rPr lang="en-US" altLang="ko-KR">
                <a:latin typeface="+mj-ea"/>
                <a:ea typeface="+mj-ea"/>
              </a:rPr>
              <a:t>3. L/L </a:t>
            </a:r>
            <a:r>
              <a:rPr lang="ko-KR" altLang="en-US">
                <a:latin typeface="+mj-ea"/>
                <a:ea typeface="+mj-ea"/>
              </a:rPr>
              <a:t>및 매뉴얼 반영 계획</a:t>
            </a:r>
            <a:endParaRPr lang="ko-KR" altLang="en-US" b="0">
              <a:latin typeface="+mj-ea"/>
              <a:ea typeface="+mj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C54C126-1509-FD05-B96E-27FF466914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410376" y="87867"/>
            <a:ext cx="1222624" cy="257369"/>
          </a:xfrm>
          <a:noFill/>
        </p:spPr>
        <p:txBody>
          <a:bodyPr/>
          <a:lstStyle/>
          <a:p>
            <a:r>
              <a:rPr lang="ko-KR" altLang="en-US"/>
              <a:t>플랜트사업본부</a:t>
            </a: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67EF689-86A5-06C1-6F60-4AFE0F6AEFFB}"/>
              </a:ext>
            </a:extLst>
          </p:cNvPr>
          <p:cNvGrpSpPr/>
          <p:nvPr/>
        </p:nvGrpSpPr>
        <p:grpSpPr>
          <a:xfrm>
            <a:off x="272480" y="615109"/>
            <a:ext cx="4523966" cy="293611"/>
            <a:chOff x="283840" y="1367309"/>
            <a:chExt cx="4068453" cy="293611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0A58ACA2-E747-55B8-544E-7EAFD1FE200E}"/>
                </a:ext>
              </a:extLst>
            </p:cNvPr>
            <p:cNvCxnSpPr/>
            <p:nvPr/>
          </p:nvCxnSpPr>
          <p:spPr>
            <a:xfrm>
              <a:off x="283840" y="1660920"/>
              <a:ext cx="4068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137E3C-F90D-6E31-1CDF-2374D578A384}"/>
                </a:ext>
              </a:extLst>
            </p:cNvPr>
            <p:cNvSpPr txBox="1"/>
            <p:nvPr/>
          </p:nvSpPr>
          <p:spPr>
            <a:xfrm>
              <a:off x="283840" y="1367309"/>
              <a:ext cx="4068453" cy="288147"/>
            </a:xfrm>
            <a:prstGeom prst="rect">
              <a:avLst/>
            </a:prstGeom>
          </p:spPr>
          <p:txBody>
            <a:bodyPr wrap="square" lIns="36000" tIns="36000" rIns="36000" bIns="3600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/>
                  <a:cs typeface="+mn-cs"/>
                </a:rPr>
                <a:t>L/L </a:t>
              </a: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/>
                  <a:cs typeface="+mn-cs"/>
                </a:rPr>
                <a:t>반영 계획</a:t>
              </a:r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E9AEAED-21F7-16AD-CE1D-8B8170898B83}"/>
              </a:ext>
            </a:extLst>
          </p:cNvPr>
          <p:cNvGrpSpPr/>
          <p:nvPr/>
        </p:nvGrpSpPr>
        <p:grpSpPr>
          <a:xfrm>
            <a:off x="5108984" y="615109"/>
            <a:ext cx="4523966" cy="293611"/>
            <a:chOff x="283840" y="1367309"/>
            <a:chExt cx="4068453" cy="293611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A0D9B986-AC4A-ED12-6CDD-46EC321611FE}"/>
                </a:ext>
              </a:extLst>
            </p:cNvPr>
            <p:cNvCxnSpPr/>
            <p:nvPr/>
          </p:nvCxnSpPr>
          <p:spPr>
            <a:xfrm>
              <a:off x="283840" y="1660920"/>
              <a:ext cx="4068453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4D4F26A-CF9D-EAC6-8901-87CD00D20960}"/>
                </a:ext>
              </a:extLst>
            </p:cNvPr>
            <p:cNvSpPr txBox="1"/>
            <p:nvPr/>
          </p:nvSpPr>
          <p:spPr>
            <a:xfrm>
              <a:off x="283840" y="1367309"/>
              <a:ext cx="4068453" cy="288147"/>
            </a:xfrm>
            <a:prstGeom prst="rect">
              <a:avLst/>
            </a:prstGeom>
          </p:spPr>
          <p:txBody>
            <a:bodyPr wrap="square" lIns="36000" tIns="36000" rIns="36000" bIns="3600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/>
                  <a:cs typeface="+mn-cs"/>
                </a:rPr>
                <a:t>매뉴얼</a:t>
              </a:r>
              <a:r>
                <a:rPr kumimoji="0" lang="ko-KR" altLang="en-US" sz="1400" b="1" i="0" u="none" strike="noStrike" kern="1200" cap="none" spc="0" normalizeH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 Narrow" panose="020B0606020202030204" pitchFamily="34" charset="0"/>
                  <a:ea typeface="맑은 고딕"/>
                  <a:cs typeface="+mn-cs"/>
                </a:rPr>
                <a:t> 반영 계획</a:t>
              </a:r>
              <a:endParaRPr kumimoji="0" lang="ko-KR" alt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Narrow" panose="020B0606020202030204" pitchFamily="34" charset="0"/>
                <a:ea typeface="맑은 고딕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F255694-1F0F-AD13-FC24-F4B85F1F1E6F}"/>
              </a:ext>
            </a:extLst>
          </p:cNvPr>
          <p:cNvSpPr txBox="1"/>
          <p:nvPr/>
        </p:nvSpPr>
        <p:spPr>
          <a:xfrm>
            <a:off x="5119032" y="4059213"/>
            <a:ext cx="4674192" cy="2674441"/>
          </a:xfrm>
          <a:prstGeom prst="rect">
            <a:avLst/>
          </a:prstGeom>
        </p:spPr>
        <p:txBody>
          <a:bodyPr wrap="square" lIns="36000" tIns="36000" rIns="36000" bIns="36000" rtlCol="0">
            <a:spAutoFit/>
          </a:bodyPr>
          <a:lstStyle/>
          <a:p>
            <a:pPr marL="171450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Core Process </a:t>
            </a:r>
            <a:r>
              <a:rPr kumimoji="0" lang="ko-KR" altLang="en-US" sz="12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적용</a:t>
            </a:r>
            <a:endParaRPr kumimoji="0" lang="en-US" altLang="ko-KR" sz="12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ko-KR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Core Process</a:t>
            </a:r>
            <a:r>
              <a:rPr lang="ko-KR" altLang="en-US" sz="1000">
                <a:latin typeface="Arial Narrow (본문)"/>
                <a:ea typeface="맑은 고딕" pitchFamily="50" charset="-127"/>
              </a:rPr>
              <a:t> 시스템 활용한 매뉴얼 기반 입찰 진행</a:t>
            </a:r>
            <a:endParaRPr lang="en-US" altLang="ko-KR" sz="1000"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각 회의체 </a:t>
            </a:r>
            <a:r>
              <a:rPr kumimoji="0" lang="en-US" altLang="ko-KR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Check List </a:t>
            </a:r>
            <a:r>
              <a:rPr kumimoji="0" lang="ko-KR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 Narrow (본문)"/>
                <a:ea typeface="맑은 고딕" pitchFamily="50" charset="-127"/>
              </a:rPr>
              <a:t>사전 점검하여 </a:t>
            </a:r>
            <a:r>
              <a:rPr lang="ko-KR" altLang="en-US" sz="1000">
                <a:latin typeface="Arial Narrow (본문)"/>
                <a:ea typeface="맑은 고딕" pitchFamily="50" charset="-127"/>
              </a:rPr>
              <a:t>입찰 진행</a:t>
            </a:r>
            <a:endParaRPr lang="en-US" altLang="ko-KR" sz="1000"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en-US" altLang="ko-KR" sz="1000">
              <a:latin typeface="Arial Narrow (본문)"/>
              <a:ea typeface="맑은 고딕" pitchFamily="50" charset="-127"/>
            </a:endParaRPr>
          </a:p>
          <a:p>
            <a:pPr marL="182563" indent="-182563" latinLnBrk="0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1200" b="1">
                <a:latin typeface="Arial Narrow (본문)"/>
                <a:ea typeface="맑은 고딕" pitchFamily="50" charset="-127"/>
              </a:rPr>
              <a:t>사업주 </a:t>
            </a:r>
            <a:r>
              <a:rPr lang="en-US" altLang="ko-KR" sz="1200" b="1">
                <a:latin typeface="Arial Narrow (본문)"/>
                <a:ea typeface="맑은 고딕" pitchFamily="50" charset="-127"/>
              </a:rPr>
              <a:t>VOC, Lessons learned </a:t>
            </a:r>
            <a:r>
              <a:rPr lang="ko-KR" altLang="en-US" sz="1200" b="1">
                <a:latin typeface="Arial Narrow (본문)"/>
                <a:ea typeface="맑은 고딕" pitchFamily="50" charset="-127"/>
              </a:rPr>
              <a:t>확인 </a:t>
            </a:r>
            <a:endParaRPr lang="en-US" altLang="ko-KR" sz="1200" b="1">
              <a:solidFill>
                <a:srgbClr val="0000FF"/>
              </a:solidFill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>
                <a:latin typeface="Arial Narrow (본문)"/>
                <a:ea typeface="맑은 고딕" pitchFamily="50" charset="-127"/>
              </a:rPr>
              <a:t>사업주 </a:t>
            </a:r>
            <a:r>
              <a:rPr lang="en-US" altLang="ko-KR" sz="1000">
                <a:latin typeface="Arial Narrow (본문)"/>
                <a:ea typeface="맑은 고딕" pitchFamily="50" charset="-127"/>
              </a:rPr>
              <a:t>Job Explanation V/C </a:t>
            </a:r>
            <a:r>
              <a:rPr lang="ko-KR" altLang="en-US" sz="1000">
                <a:latin typeface="Arial Narrow (본문)"/>
                <a:ea typeface="맑은 고딕" pitchFamily="50" charset="-127"/>
              </a:rPr>
              <a:t>을 통해 </a:t>
            </a:r>
            <a:r>
              <a:rPr lang="en-US" altLang="ko-KR" sz="1000">
                <a:latin typeface="Arial Narrow (본문)"/>
                <a:ea typeface="맑은 고딕" pitchFamily="50" charset="-127"/>
              </a:rPr>
              <a:t>VOC </a:t>
            </a:r>
            <a:r>
              <a:rPr lang="ko-KR" altLang="en-US" sz="1000">
                <a:latin typeface="Arial Narrow (본문)"/>
                <a:ea typeface="맑은 고딕" pitchFamily="50" charset="-127"/>
              </a:rPr>
              <a:t>청취</a:t>
            </a:r>
            <a:endParaRPr lang="en-US" altLang="ko-KR" sz="1000"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>
                <a:latin typeface="Arial Narrow (본문)"/>
                <a:ea typeface="맑은 고딕" pitchFamily="50" charset="-127"/>
              </a:rPr>
              <a:t>사업주를 통해 기존 </a:t>
            </a:r>
            <a:r>
              <a:rPr lang="en-US" altLang="ko-KR" sz="1000">
                <a:latin typeface="Arial Narrow (본문)"/>
                <a:ea typeface="맑은 고딕" pitchFamily="50" charset="-127"/>
              </a:rPr>
              <a:t>Gold Project Lessons learned</a:t>
            </a:r>
            <a:r>
              <a:rPr lang="ko-KR" altLang="en-US" sz="1000">
                <a:latin typeface="Arial Narrow (본문)"/>
                <a:ea typeface="맑은 고딕" pitchFamily="50" charset="-127"/>
              </a:rPr>
              <a:t>를 확보하여 설계에 반영</a:t>
            </a:r>
            <a:endParaRPr lang="en-US" altLang="ko-KR" sz="1000">
              <a:latin typeface="Arial Narrow (본문)"/>
              <a:ea typeface="맑은 고딕" pitchFamily="50" charset="-127"/>
            </a:endParaRPr>
          </a:p>
          <a:p>
            <a:pPr marL="350838" marR="0" lvl="0" indent="-1714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ko-KR" altLang="en-US" sz="1000">
                <a:latin typeface="Arial Narrow (본문)"/>
              </a:rPr>
              <a:t>사업주 유사 </a:t>
            </a:r>
            <a:r>
              <a:rPr lang="en-US" altLang="ko-KR" sz="1000">
                <a:latin typeface="Arial Narrow (본문)"/>
              </a:rPr>
              <a:t>Project</a:t>
            </a:r>
            <a:r>
              <a:rPr lang="ko-KR" altLang="en-US" sz="1000">
                <a:latin typeface="Arial Narrow (본문)"/>
              </a:rPr>
              <a:t>인 만수라</a:t>
            </a:r>
            <a:r>
              <a:rPr lang="en-US" altLang="ko-KR" sz="1000">
                <a:latin typeface="Arial Narrow (본문)"/>
              </a:rPr>
              <a:t>-</a:t>
            </a:r>
            <a:r>
              <a:rPr lang="ko-KR" altLang="en-US" sz="1000">
                <a:latin typeface="Arial Narrow (본문)"/>
              </a:rPr>
              <a:t>마사라 </a:t>
            </a:r>
            <a:r>
              <a:rPr lang="en-US" altLang="ko-KR" sz="1000">
                <a:latin typeface="Arial Narrow (본문)"/>
              </a:rPr>
              <a:t>(</a:t>
            </a:r>
            <a:r>
              <a:rPr lang="en-US" altLang="ko-KR" sz="1000" err="1">
                <a:latin typeface="Arial Narrow (본문)"/>
              </a:rPr>
              <a:t>Mansourah-Massarah</a:t>
            </a:r>
            <a:r>
              <a:rPr lang="en-US" altLang="ko-KR" sz="1000">
                <a:latin typeface="Arial Narrow (본문)"/>
              </a:rPr>
              <a:t>) Gold Project (’19~’22</a:t>
            </a:r>
            <a:r>
              <a:rPr lang="ko-KR" altLang="en-US" sz="1000">
                <a:latin typeface="Arial Narrow (본문)"/>
              </a:rPr>
              <a:t>년</a:t>
            </a:r>
            <a:r>
              <a:rPr lang="en-US" altLang="ko-KR" sz="1000">
                <a:latin typeface="Arial Narrow (본문)"/>
              </a:rPr>
              <a:t>) </a:t>
            </a:r>
            <a:r>
              <a:rPr lang="ko-KR" altLang="en-US" sz="1000">
                <a:latin typeface="Arial Narrow (본문)"/>
              </a:rPr>
              <a:t>등에 대한 </a:t>
            </a:r>
            <a:r>
              <a:rPr lang="en-US" altLang="ko-KR" sz="1000">
                <a:latin typeface="Arial Narrow (본문)"/>
              </a:rPr>
              <a:t>VOC </a:t>
            </a:r>
            <a:r>
              <a:rPr lang="ko-KR" altLang="en-US" sz="1000">
                <a:latin typeface="Arial Narrow (본문)"/>
              </a:rPr>
              <a:t>파악하여 입찰</a:t>
            </a:r>
            <a:r>
              <a:rPr lang="en-US" altLang="ko-KR" sz="1000">
                <a:latin typeface="Arial Narrow (본문)"/>
              </a:rPr>
              <a:t>/</a:t>
            </a:r>
            <a:r>
              <a:rPr lang="ko-KR" altLang="en-US" sz="1000">
                <a:latin typeface="Arial Narrow (본문)"/>
              </a:rPr>
              <a:t>수행 시 반영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맑은 고딕"/>
              <a:ea typeface="맑은 고딕"/>
              <a:cs typeface="+mn-cs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E87AFD7-54BD-D8CA-3E72-7A9F09BF3458}"/>
              </a:ext>
            </a:extLst>
          </p:cNvPr>
          <p:cNvGraphicFramePr>
            <a:graphicFrameLocks noGrp="1"/>
          </p:cNvGraphicFramePr>
          <p:nvPr/>
        </p:nvGraphicFramePr>
        <p:xfrm>
          <a:off x="272479" y="1142354"/>
          <a:ext cx="4523968" cy="5079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364">
                  <a:extLst>
                    <a:ext uri="{9D8B030D-6E8A-4147-A177-3AD203B41FA5}">
                      <a16:colId xmlns:a16="http://schemas.microsoft.com/office/drawing/2014/main" val="2211085854"/>
                    </a:ext>
                  </a:extLst>
                </a:gridCol>
                <a:gridCol w="2256604">
                  <a:extLst>
                    <a:ext uri="{9D8B030D-6E8A-4147-A177-3AD203B41FA5}">
                      <a16:colId xmlns:a16="http://schemas.microsoft.com/office/drawing/2014/main" val="2784775519"/>
                    </a:ext>
                  </a:extLst>
                </a:gridCol>
              </a:tblGrid>
              <a:tr h="51881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>
                          <a:solidFill>
                            <a:schemeClr val="tx1"/>
                          </a:solidFill>
                          <a:latin typeface="+mj-lt"/>
                        </a:rPr>
                        <a:t>L/L Case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>
                          <a:solidFill>
                            <a:schemeClr val="tx1"/>
                          </a:solidFill>
                          <a:latin typeface="+mj-lt"/>
                        </a:rPr>
                        <a:t>반영 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7787968"/>
                  </a:ext>
                </a:extLst>
              </a:tr>
              <a:tr h="2006374"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사우디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Ma’aden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Project L/L 134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사업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15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79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구매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9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공사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: 31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en-US" altLang="ko-KR" sz="1000" b="0" kern="120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lt"/>
                        </a:rPr>
                        <a:t>동일 사업주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lt"/>
                        </a:rPr>
                        <a:t>(Ma’aden)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lt"/>
                        </a:rPr>
                        <a:t> 수행 </a:t>
                      </a:r>
                      <a:r>
                        <a:rPr lang="en-US" altLang="ko-KR" sz="1000">
                          <a:solidFill>
                            <a:schemeClr val="tx1"/>
                          </a:solidFill>
                          <a:latin typeface="+mj-lt"/>
                        </a:rPr>
                        <a:t>Project Lessons Leanred </a:t>
                      </a:r>
                      <a:r>
                        <a:rPr lang="ko-KR" altLang="en-US" sz="1000">
                          <a:solidFill>
                            <a:schemeClr val="tx1"/>
                          </a:solidFill>
                          <a:latin typeface="+mj-lt"/>
                        </a:rPr>
                        <a:t>검토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171450" indent="-171450" algn="l" latinLnBrk="0">
                        <a:lnSpc>
                          <a:spcPct val="150000"/>
                        </a:lnSpc>
                        <a:buFontTx/>
                        <a:buChar char="-"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Ma’aden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사업주 특성 파악 및 사업주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Standard/Specification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L/L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집중 검토</a:t>
                      </a:r>
                      <a:endParaRPr lang="en-US" altLang="ko-KR" sz="1000">
                        <a:solidFill>
                          <a:schemeClr val="tx1"/>
                        </a:solidFill>
                        <a:latin typeface="+mj-lt"/>
                      </a:endParaRPr>
                    </a:p>
                    <a:p>
                      <a:pPr marL="171450" indent="-171450" algn="l" latinLnBrk="0">
                        <a:lnSpc>
                          <a:spcPct val="150000"/>
                        </a:lnSpc>
                        <a:buFontTx/>
                        <a:buChar char="-"/>
                      </a:pPr>
                      <a:endParaRPr lang="en-US" altLang="ko-KR" sz="1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462328"/>
                  </a:ext>
                </a:extLst>
              </a:tr>
              <a:tr h="2554357">
                <a:tc>
                  <a:txBody>
                    <a:bodyPr/>
                    <a:lstStyle/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그 외 사우디 </a:t>
                      </a:r>
                      <a:r>
                        <a:rPr lang="en-US" altLang="ko-KR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Project L/L 996</a:t>
                      </a:r>
                      <a:r>
                        <a:rPr lang="ko-KR" altLang="en-US" sz="10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49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설계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611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공사</a:t>
                      </a: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: 273</a:t>
                      </a: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건</a:t>
                      </a:r>
                      <a:endParaRPr lang="en-US" altLang="ko-KR" sz="10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/>
                      <a:endParaRPr lang="ko-KR" altLang="en-US" sz="1000" b="1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HCIS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 사우디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Local Regulation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적용 관련 </a:t>
                      </a:r>
                      <a:r>
                        <a:rPr lang="en-US" altLang="ko-KR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Lessons Learned </a:t>
                      </a:r>
                      <a:r>
                        <a:rPr lang="ko-KR" altLang="en-US" sz="10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  <a:endParaRPr lang="en-US" altLang="ko-KR" sz="10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0">
                        <a:lnSpc>
                          <a:spcPct val="150000"/>
                        </a:lnSpc>
                      </a:pPr>
                      <a:endParaRPr lang="ko-KR" altLang="en-US" sz="1000">
                        <a:solidFill>
                          <a:schemeClr val="tx1"/>
                        </a:solidFill>
                        <a:latin typeface="+mj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436716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D8E6B05-01EC-B803-D636-936A544C388B}"/>
              </a:ext>
            </a:extLst>
          </p:cNvPr>
          <p:cNvSpPr txBox="1"/>
          <p:nvPr/>
        </p:nvSpPr>
        <p:spPr>
          <a:xfrm>
            <a:off x="5100969" y="1196671"/>
            <a:ext cx="797261" cy="257369"/>
          </a:xfrm>
          <a:prstGeom prst="rect">
            <a:avLst/>
          </a:prstGeom>
        </p:spPr>
        <p:txBody>
          <a:bodyPr wrap="none" lIns="36000" tIns="36000" rIns="36000" bIns="36000" rtlCol="0">
            <a:spAutoFit/>
          </a:bodyPr>
          <a:lstStyle/>
          <a:p>
            <a:pPr algn="ctr" latinLnBrk="0"/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200" b="1" err="1">
                <a:latin typeface="맑은 고딕" pitchFamily="50" charset="-127"/>
                <a:ea typeface="맑은 고딕" pitchFamily="50" charset="-127"/>
              </a:rPr>
              <a:t>미리하기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53115C-B6DC-0197-79A4-DADBA44A42FC}"/>
              </a:ext>
            </a:extLst>
          </p:cNvPr>
          <p:cNvSpPr txBox="1"/>
          <p:nvPr/>
        </p:nvSpPr>
        <p:spPr>
          <a:xfrm>
            <a:off x="5119030" y="3655040"/>
            <a:ext cx="2078060" cy="257369"/>
          </a:xfrm>
          <a:prstGeom prst="rect">
            <a:avLst/>
          </a:prstGeom>
        </p:spPr>
        <p:txBody>
          <a:bodyPr wrap="none" lIns="36000" tIns="36000" rIns="36000" bIns="36000" rtlCol="0">
            <a:spAutoFit/>
          </a:bodyPr>
          <a:lstStyle/>
          <a:p>
            <a:pPr algn="ctr" latinLnBrk="0"/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[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함께하기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더 높은 스탠다드</a:t>
            </a:r>
            <a:r>
              <a:rPr lang="en-US" altLang="ko-KR" sz="1200" b="1">
                <a:latin typeface="맑은 고딕" pitchFamily="50" charset="-127"/>
                <a:ea typeface="맑은 고딕" pitchFamily="50" charset="-127"/>
              </a:rPr>
              <a:t>]</a:t>
            </a:r>
            <a:endParaRPr lang="ko-KR" altLang="en-US" sz="1200" b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608D0E-EAEF-BBC3-55B3-8264ED721909}"/>
              </a:ext>
            </a:extLst>
          </p:cNvPr>
          <p:cNvSpPr txBox="1"/>
          <p:nvPr/>
        </p:nvSpPr>
        <p:spPr>
          <a:xfrm>
            <a:off x="5119031" y="1606692"/>
            <a:ext cx="4428381" cy="1474112"/>
          </a:xfrm>
          <a:prstGeom prst="rect">
            <a:avLst/>
          </a:prstGeom>
        </p:spPr>
        <p:txBody>
          <a:bodyPr wrap="square" lIns="36000" tIns="36000" rIns="36000" bIns="36000" rtlCol="0">
            <a:spAutoFit/>
          </a:bodyPr>
          <a:lstStyle/>
          <a:p>
            <a:pPr marL="171450" indent="-171450" latinLnBrk="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200" b="1" err="1">
                <a:latin typeface="맑은 고딕" pitchFamily="50" charset="-127"/>
                <a:ea typeface="맑은 고딕" pitchFamily="50" charset="-127"/>
              </a:rPr>
              <a:t>마덴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b="1" err="1">
                <a:latin typeface="맑은 고딕" pitchFamily="50" charset="-127"/>
                <a:ea typeface="맑은 고딕" pitchFamily="50" charset="-127"/>
              </a:rPr>
              <a:t>미리하기</a:t>
            </a:r>
            <a:r>
              <a:rPr lang="ko-KR" altLang="en-US" sz="1200" b="1">
                <a:latin typeface="맑은 고딕" pitchFamily="50" charset="-127"/>
                <a:ea typeface="맑은 고딕" pitchFamily="50" charset="-127"/>
              </a:rPr>
              <a:t> 및 경쟁력 확보</a:t>
            </a:r>
            <a:endParaRPr lang="en-US" altLang="ko-KR" sz="1200" b="1">
              <a:latin typeface="맑은 고딕" pitchFamily="50" charset="-127"/>
              <a:ea typeface="맑은 고딕" pitchFamily="50" charset="-127"/>
            </a:endParaRPr>
          </a:p>
          <a:p>
            <a:pPr marL="357188" indent="-177800" latinLnBrk="0">
              <a:lnSpc>
                <a:spcPct val="150000"/>
              </a:lnSpc>
              <a:buFontTx/>
              <a:buChar char="-"/>
            </a:pP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내부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L/L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및 하자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DB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자료 사전 검토 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357188" indent="-177800" latinLnBrk="0">
              <a:lnSpc>
                <a:spcPct val="150000"/>
              </a:lnSpc>
              <a:buFontTx/>
              <a:buChar char="-"/>
            </a:pPr>
            <a:r>
              <a:rPr lang="ko-KR" altLang="en-US" sz="1000" err="1">
                <a:latin typeface="맑은 고딕" pitchFamily="50" charset="-127"/>
                <a:ea typeface="맑은 고딕" pitchFamily="50" charset="-127"/>
              </a:rPr>
              <a:t>마덴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WAS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00" err="1">
                <a:latin typeface="맑은 고딕" pitchFamily="50" charset="-127"/>
                <a:ea typeface="맑은 고딕" pitchFamily="50" charset="-127"/>
              </a:rPr>
              <a:t>미리하기를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통해 광물처리 공정에 대한 이해도 확보</a:t>
            </a: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  <a:p>
            <a:pPr marL="357188" indent="-177800" latinLnBrk="0">
              <a:lnSpc>
                <a:spcPct val="150000"/>
              </a:lnSpc>
              <a:buFontTx/>
              <a:buChar char="-"/>
            </a:pPr>
            <a:r>
              <a:rPr lang="ko-KR" altLang="en-US" sz="1000" err="1">
                <a:latin typeface="맑은 고딕" pitchFamily="50" charset="-127"/>
                <a:ea typeface="맑은 고딕" pitchFamily="50" charset="-127"/>
              </a:rPr>
              <a:t>마덴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WAJ Gold project 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입찰을 통해 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Gold Processing Plant</a:t>
            </a:r>
            <a:r>
              <a:rPr lang="ko-KR" altLang="en-US" sz="1000">
                <a:latin typeface="맑은 고딕" pitchFamily="50" charset="-127"/>
                <a:ea typeface="맑은 고딕" pitchFamily="50" charset="-127"/>
              </a:rPr>
              <a:t>에 대한 이해도 확보</a:t>
            </a:r>
            <a:r>
              <a:rPr lang="en-US" altLang="ko-KR" sz="1000"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000">
              <a:latin typeface="맑은 고딕" pitchFamily="50" charset="-127"/>
              <a:ea typeface="맑은 고딕" pitchFamily="50" charset="-127"/>
            </a:endParaRPr>
          </a:p>
          <a:p>
            <a:pPr marL="357188" indent="-177800" latinLnBrk="0">
              <a:lnSpc>
                <a:spcPct val="150000"/>
              </a:lnSpc>
              <a:buFontTx/>
              <a:buChar char="-"/>
            </a:pPr>
            <a:endParaRPr lang="en-US" altLang="ko-KR" sz="100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26240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A81FB-DCF8-7131-E3F5-01BEF2514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000" y="57089"/>
            <a:ext cx="2147557" cy="318924"/>
          </a:xfrm>
        </p:spPr>
        <p:txBody>
          <a:bodyPr/>
          <a:lstStyle/>
          <a:p>
            <a:r>
              <a:rPr lang="ko-KR" altLang="en-US">
                <a:latin typeface="+mj-ea"/>
                <a:ea typeface="+mj-ea"/>
              </a:rPr>
              <a:t>첨부 </a:t>
            </a:r>
            <a:r>
              <a:rPr lang="en-US" altLang="ko-KR">
                <a:latin typeface="+mj-ea"/>
                <a:ea typeface="+mj-ea"/>
              </a:rPr>
              <a:t>4. Assignee List</a:t>
            </a:r>
            <a:endParaRPr lang="ko-KR" altLang="en-US">
              <a:latin typeface="+mj-ea"/>
              <a:ea typeface="+mj-ea"/>
            </a:endParaRPr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F6A1D066-BE79-3288-7BFF-7BD210432D17}"/>
              </a:ext>
            </a:extLst>
          </p:cNvPr>
          <p:cNvSpPr txBox="1">
            <a:spLocks/>
          </p:cNvSpPr>
          <p:nvPr/>
        </p:nvSpPr>
        <p:spPr>
          <a:xfrm>
            <a:off x="8410376" y="87867"/>
            <a:ext cx="1222624" cy="257369"/>
          </a:xfrm>
          <a:prstGeom prst="rect">
            <a:avLst/>
          </a:prstGeom>
          <a:noFill/>
        </p:spPr>
        <p:txBody>
          <a:bodyPr wrap="none" lIns="72000" tIns="36000" rIns="72000" bIns="36000" anchor="b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SzPct val="70000"/>
              <a:buFont typeface="Wingdings" pitchFamily="2" charset="2"/>
              <a:buNone/>
              <a:defRPr kumimoji="1" lang="ko-KR" altLang="en-US" sz="1200" b="1" kern="120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457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20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2pPr>
            <a:lvl3pPr marL="914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8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3pPr>
            <a:lvl4pPr marL="1371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4pPr>
            <a:lvl5pPr marL="18288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kumimoji="1" lang="ko-KR" altLang="en-US" sz="1600" b="1" kern="1200">
                <a:solidFill>
                  <a:schemeClr val="tx1"/>
                </a:solidFill>
                <a:latin typeface="+mn-lt"/>
                <a:ea typeface="돋움" pitchFamily="50" charset="-127"/>
                <a:cs typeface="+mn-cs"/>
              </a:defRPr>
            </a:lvl5pPr>
            <a:lvl6pPr marL="22860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/>
              <a:t>플랜트사업본부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7228C3E6-C62C-D39F-48F1-AB7115BB56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6248931"/>
              </p:ext>
            </p:extLst>
          </p:nvPr>
        </p:nvGraphicFramePr>
        <p:xfrm>
          <a:off x="273000" y="670685"/>
          <a:ext cx="4460925" cy="45062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625">
                  <a:extLst>
                    <a:ext uri="{9D8B030D-6E8A-4147-A177-3AD203B41FA5}">
                      <a16:colId xmlns:a16="http://schemas.microsoft.com/office/drawing/2014/main" val="2741639210"/>
                    </a:ext>
                  </a:extLst>
                </a:gridCol>
                <a:gridCol w="1592505">
                  <a:extLst>
                    <a:ext uri="{9D8B030D-6E8A-4147-A177-3AD203B41FA5}">
                      <a16:colId xmlns:a16="http://schemas.microsoft.com/office/drawing/2014/main" val="278817198"/>
                    </a:ext>
                  </a:extLst>
                </a:gridCol>
                <a:gridCol w="1806795">
                  <a:extLst>
                    <a:ext uri="{9D8B030D-6E8A-4147-A177-3AD203B41FA5}">
                      <a16:colId xmlns:a16="http://schemas.microsoft.com/office/drawing/2014/main" val="259418275"/>
                    </a:ext>
                  </a:extLst>
                </a:gridCol>
              </a:tblGrid>
              <a:tr h="265075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Position</a:t>
                      </a:r>
                      <a:endParaRPr lang="ko-KR" sz="8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23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endParaRPr lang="ko-KR" sz="8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32285"/>
                  </a:ext>
                </a:extLst>
              </a:tr>
              <a:tr h="265075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사업팀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PPD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김성열 PD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7407191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>
                          <a:effectLst/>
                          <a:latin typeface="+mn-ea"/>
                          <a:ea typeface="+mn-ea"/>
                        </a:rPr>
                        <a:t>PPM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김용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6053757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PPE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변성일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1113457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PPE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임영훈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4373605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PPE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윤연희 사원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3136276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SE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Osipova Serafima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6352598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공정관리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u="none" strike="noStrike">
                          <a:effectLst/>
                          <a:latin typeface="+mn-ea"/>
                          <a:ea typeface="+mn-ea"/>
                        </a:rPr>
                        <a:t>Scheduler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김형국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187303"/>
                  </a:ext>
                </a:extLst>
              </a:tr>
              <a:tr h="2650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견적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EP</a:t>
                      </a:r>
                      <a:r>
                        <a:rPr lang="ko-KR" altLang="en-US" sz="800" b="0" u="none" strike="noStrike">
                          <a:effectLst/>
                          <a:latin typeface="+mn-ea"/>
                          <a:ea typeface="+mn-ea"/>
                        </a:rPr>
                        <a:t>견적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김동욱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5823092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CPM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정진원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0183797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u="none" strike="noStrike">
                          <a:effectLst/>
                          <a:latin typeface="+mn-ea"/>
                          <a:ea typeface="+mn-ea"/>
                        </a:rPr>
                        <a:t>계약관리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effectLst/>
                          <a:latin typeface="+mn-ea"/>
                          <a:ea typeface="+mn-ea"/>
                        </a:rPr>
                        <a:t>계약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엄상용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0436112"/>
                  </a:ext>
                </a:extLst>
              </a:tr>
              <a:tr h="2650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u="none" strike="noStrike">
                          <a:effectLst/>
                          <a:latin typeface="+mn-ea"/>
                          <a:ea typeface="+mn-ea"/>
                        </a:rPr>
                        <a:t>플랜트</a:t>
                      </a: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사업관리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i="0" u="none" strike="noStrike">
                          <a:effectLst/>
                          <a:latin typeface="+mn-ea"/>
                          <a:ea typeface="+mn-ea"/>
                        </a:rPr>
                        <a:t>사업관리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주관우 사원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4925501"/>
                  </a:ext>
                </a:extLst>
              </a:tr>
              <a:tr h="265075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u="none" strike="noStrike">
                          <a:effectLst/>
                          <a:latin typeface="+mn-ea"/>
                          <a:ea typeface="+mn-ea"/>
                        </a:rPr>
                        <a:t>조달</a:t>
                      </a: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　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구매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원건희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608640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물류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경충호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3583045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검사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조정래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2045179"/>
                  </a:ext>
                </a:extLst>
              </a:tr>
              <a:tr h="265075"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안전/품질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품질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배경민 차장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386423"/>
                  </a:ext>
                </a:extLst>
              </a:tr>
              <a:tr h="2650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안전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권덕용 부장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566322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1846585C-3BFF-EC82-8D01-8863562556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6212825"/>
              </p:ext>
            </p:extLst>
          </p:nvPr>
        </p:nvGraphicFramePr>
        <p:xfrm>
          <a:off x="5172075" y="670685"/>
          <a:ext cx="4460925" cy="506313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1625">
                  <a:extLst>
                    <a:ext uri="{9D8B030D-6E8A-4147-A177-3AD203B41FA5}">
                      <a16:colId xmlns:a16="http://schemas.microsoft.com/office/drawing/2014/main" val="2741639210"/>
                    </a:ext>
                  </a:extLst>
                </a:gridCol>
                <a:gridCol w="1592505">
                  <a:extLst>
                    <a:ext uri="{9D8B030D-6E8A-4147-A177-3AD203B41FA5}">
                      <a16:colId xmlns:a16="http://schemas.microsoft.com/office/drawing/2014/main" val="278817198"/>
                    </a:ext>
                  </a:extLst>
                </a:gridCol>
                <a:gridCol w="1806795">
                  <a:extLst>
                    <a:ext uri="{9D8B030D-6E8A-4147-A177-3AD203B41FA5}">
                      <a16:colId xmlns:a16="http://schemas.microsoft.com/office/drawing/2014/main" val="259418275"/>
                    </a:ext>
                  </a:extLst>
                </a:gridCol>
              </a:tblGrid>
              <a:tr h="266587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1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Position</a:t>
                      </a:r>
                      <a:endParaRPr lang="ko-KR" sz="8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23E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1" i="0" u="none" strike="noStrike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이름</a:t>
                      </a:r>
                      <a:endParaRPr lang="ko-KR" sz="800" b="1" i="0" u="none" strike="noStrike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22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332285"/>
                  </a:ext>
                </a:extLst>
              </a:tr>
              <a:tr h="266587">
                <a:tc rowSpan="1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설계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공정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박현삼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6788275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환경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이광제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929695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시운전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김원철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3520698"/>
                  </a:ext>
                </a:extLst>
              </a:tr>
              <a:tr h="2645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LAB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김성동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681320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기계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공영욱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82383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장치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문병일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017147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배관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김홍경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4250971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소방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김규오 대리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9179547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설비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정선아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0977808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전기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최준일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248099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계장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이정태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769962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토목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원성연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167095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건축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김재동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613976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D-HSE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이경선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8380966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MEG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허수영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37192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Module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장현석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6350089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IT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전재홍 부장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568309"/>
                  </a:ext>
                </a:extLst>
              </a:tr>
              <a:tr h="266587">
                <a:tc vMerge="1"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800" b="0" i="0" u="none" strike="noStrike">
                          <a:effectLst/>
                          <a:latin typeface="+mn-ea"/>
                          <a:ea typeface="+mn-ea"/>
                        </a:rPr>
                        <a:t>AWP</a:t>
                      </a:r>
                      <a:endParaRPr lang="ko-KR" sz="800" b="0" i="0" u="none" strike="noStrike">
                        <a:effectLst/>
                        <a:latin typeface="+mn-ea"/>
                        <a:ea typeface="+mn-ea"/>
                      </a:endParaRPr>
                    </a:p>
                  </a:txBody>
                  <a:tcPr marL="2057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800" b="0" u="none" strike="noStrike">
                          <a:effectLst/>
                          <a:latin typeface="+mn-ea"/>
                          <a:ea typeface="+mn-ea"/>
                        </a:rPr>
                        <a:t>백인창</a:t>
                      </a:r>
                      <a:r>
                        <a:rPr lang="ko-KR" sz="800" b="0" u="none" strike="noStrike">
                          <a:effectLst/>
                          <a:latin typeface="+mn-ea"/>
                          <a:ea typeface="+mn-ea"/>
                        </a:rPr>
                        <a:t> 차장</a:t>
                      </a:r>
                      <a:endParaRPr lang="ko-KR" sz="8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0850" marR="2057" marT="2057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789957"/>
                  </a:ext>
                </a:extLst>
              </a:tr>
            </a:tbl>
          </a:graphicData>
        </a:graphic>
      </p:graphicFrame>
      <p:grpSp>
        <p:nvGrpSpPr>
          <p:cNvPr id="5" name="그룹 4">
            <a:extLst>
              <a:ext uri="{FF2B5EF4-FFF2-40B4-BE49-F238E27FC236}">
                <a16:creationId xmlns:a16="http://schemas.microsoft.com/office/drawing/2014/main" id="{43FDDEF2-6E24-F80F-6EE2-4F95D207B47B}"/>
              </a:ext>
            </a:extLst>
          </p:cNvPr>
          <p:cNvGrpSpPr/>
          <p:nvPr/>
        </p:nvGrpSpPr>
        <p:grpSpPr>
          <a:xfrm>
            <a:off x="8334386" y="5756741"/>
            <a:ext cx="1374603" cy="215444"/>
            <a:chOff x="7435972" y="715678"/>
            <a:chExt cx="1374603" cy="215444"/>
          </a:xfrm>
        </p:grpSpPr>
        <p:sp>
          <p:nvSpPr>
            <p:cNvPr id="7" name="Rectangle 2">
              <a:extLst>
                <a:ext uri="{FF2B5EF4-FFF2-40B4-BE49-F238E27FC236}">
                  <a16:creationId xmlns:a16="http://schemas.microsoft.com/office/drawing/2014/main" id="{A587EBD8-67FF-EDD5-2A1E-996ABE5BE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0" y="715678"/>
              <a:ext cx="1317575" cy="2154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ko-KR" sz="800">
                  <a:latin typeface="Arial" panose="020B0604020202020204" pitchFamily="34" charset="0"/>
                  <a:hlinkClick r:id="rId2"/>
                </a:rPr>
                <a:t>MMC Gold Assignee</a:t>
              </a:r>
              <a:r>
                <a:rPr lang="ko-KR" altLang="en-US" sz="800">
                  <a:latin typeface="Arial" panose="020B0604020202020204" pitchFamily="34" charset="0"/>
                  <a:hlinkClick r:id="rId2"/>
                </a:rPr>
                <a:t> </a:t>
              </a:r>
              <a:r>
                <a:rPr lang="en-US" altLang="ko-KR" sz="800">
                  <a:latin typeface="Arial" panose="020B0604020202020204" pitchFamily="34" charset="0"/>
                  <a:hlinkClick r:id="rId2"/>
                </a:rPr>
                <a:t>List</a:t>
              </a:r>
              <a:endParaRPr kumimoji="0" lang="ko-KR" altLang="ko-KR" sz="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8" name="Picture 4">
              <a:extLst>
                <a:ext uri="{FF2B5EF4-FFF2-40B4-BE49-F238E27FC236}">
                  <a16:creationId xmlns:a16="http://schemas.microsoft.com/office/drawing/2014/main" id="{F1C3798C-96B5-CB48-DB82-90907C730A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5972" y="772657"/>
              <a:ext cx="114056" cy="1077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981906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대림 정식 템플릿_v1.2">
  <a:themeElements>
    <a:clrScheme name="대림산업 테마 색">
      <a:dk1>
        <a:srgbClr val="000000"/>
      </a:dk1>
      <a:lt1>
        <a:srgbClr val="FFFFFF"/>
      </a:lt1>
      <a:dk2>
        <a:srgbClr val="CECECE"/>
      </a:dk2>
      <a:lt2>
        <a:srgbClr val="919191"/>
      </a:lt2>
      <a:accent1>
        <a:srgbClr val="666666"/>
      </a:accent1>
      <a:accent2>
        <a:srgbClr val="A1A1A1"/>
      </a:accent2>
      <a:accent3>
        <a:srgbClr val="1B2E5A"/>
      </a:accent3>
      <a:accent4>
        <a:srgbClr val="008BB0"/>
      </a:accent4>
      <a:accent5>
        <a:srgbClr val="E87E00"/>
      </a:accent5>
      <a:accent6>
        <a:srgbClr val="5C4637"/>
      </a:accent6>
      <a:hlink>
        <a:srgbClr val="002060"/>
      </a:hlink>
      <a:folHlink>
        <a:srgbClr val="C000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lIns="36000" tIns="36000" rIns="36000" bIns="36000" rtlCol="0" anchor="ctr"/>
      <a:lstStyle>
        <a:defPPr algn="ctr" latinLnBrk="0">
          <a:spcBef>
            <a:spcPct val="50000"/>
          </a:spcBef>
          <a:defRPr sz="1200" b="0" smtClean="0">
            <a:latin typeface="맑은 고딕" pitchFamily="50" charset="-127"/>
            <a:ea typeface="맑은 고딕" pitchFamily="50" charset="-127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36000" tIns="36000" rIns="36000" bIns="36000" rtlCol="0">
        <a:spAutoFit/>
      </a:bodyPr>
      <a:lstStyle>
        <a:defPPr algn="ctr" latinLnBrk="0">
          <a:defRPr sz="1200" b="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경영개선팀 템플릿">
  <a:themeElements>
    <a:clrScheme name="대림산업 테마 색">
      <a:dk1>
        <a:srgbClr val="000000"/>
      </a:dk1>
      <a:lt1>
        <a:srgbClr val="FFFFFF"/>
      </a:lt1>
      <a:dk2>
        <a:srgbClr val="CECECE"/>
      </a:dk2>
      <a:lt2>
        <a:srgbClr val="919191"/>
      </a:lt2>
      <a:accent1>
        <a:srgbClr val="666666"/>
      </a:accent1>
      <a:accent2>
        <a:srgbClr val="A1A1A1"/>
      </a:accent2>
      <a:accent3>
        <a:srgbClr val="1B2E5A"/>
      </a:accent3>
      <a:accent4>
        <a:srgbClr val="008BB0"/>
      </a:accent4>
      <a:accent5>
        <a:srgbClr val="E87E00"/>
      </a:accent5>
      <a:accent6>
        <a:srgbClr val="5C4637"/>
      </a:accent6>
      <a:hlink>
        <a:srgbClr val="002060"/>
      </a:hlink>
      <a:folHlink>
        <a:srgbClr val="C000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lIns="36000" tIns="36000" rIns="36000" bIns="36000" rtlCol="0" anchor="ctr"/>
      <a:lstStyle>
        <a:defPPr algn="ctr" latinLnBrk="0">
          <a:spcBef>
            <a:spcPct val="50000"/>
          </a:spcBef>
          <a:defRPr sz="1200" b="0" smtClean="0">
            <a:latin typeface="맑은 고딕" pitchFamily="50" charset="-127"/>
            <a:ea typeface="맑은 고딕" pitchFamily="50" charset="-127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square" lIns="36000" tIns="36000" rIns="36000" bIns="36000">
        <a:spAutoFit/>
      </a:bodyPr>
      <a:lstStyle>
        <a:defPPr marL="400050" indent="-400050" fontAlgn="auto" latinLnBrk="1">
          <a:spcAft>
            <a:spcPts val="0"/>
          </a:spcAft>
          <a:buSzPct val="100000"/>
          <a:buFont typeface="+mj-lt"/>
          <a:buAutoNum type="romanUcPeriod"/>
          <a:defRPr dirty="0" smtClean="0">
            <a:solidFill>
              <a:srgbClr val="000000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2_대림 정식 템플릿_v1.2">
  <a:themeElements>
    <a:clrScheme name="DL Color">
      <a:dk1>
        <a:srgbClr val="000000"/>
      </a:dk1>
      <a:lt1>
        <a:srgbClr val="FFFFFF"/>
      </a:lt1>
      <a:dk2>
        <a:srgbClr val="CECECE"/>
      </a:dk2>
      <a:lt2>
        <a:srgbClr val="919191"/>
      </a:lt2>
      <a:accent1>
        <a:srgbClr val="666666"/>
      </a:accent1>
      <a:accent2>
        <a:srgbClr val="A1A1A1"/>
      </a:accent2>
      <a:accent3>
        <a:srgbClr val="0C2340"/>
      </a:accent3>
      <a:accent4>
        <a:srgbClr val="00897B"/>
      </a:accent4>
      <a:accent5>
        <a:srgbClr val="8C714C"/>
      </a:accent5>
      <a:accent6>
        <a:srgbClr val="8D9093"/>
      </a:accent6>
      <a:hlink>
        <a:srgbClr val="002060"/>
      </a:hlink>
      <a:folHlink>
        <a:srgbClr val="C00000"/>
      </a:folHlink>
    </a:clrScheme>
    <a:fontScheme name="사용자 지정 1">
      <a:majorFont>
        <a:latin typeface="Arial Narrow"/>
        <a:ea typeface="맑은 고딕"/>
        <a:cs typeface=""/>
      </a:majorFont>
      <a:minorFont>
        <a:latin typeface="Arial Narrow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1"/>
        </a:solidFill>
        <a:ln w="9525">
          <a:solidFill>
            <a:schemeClr val="tx1"/>
          </a:solidFill>
          <a:miter lim="800000"/>
          <a:headEnd/>
          <a:tailEnd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lIns="36000" tIns="36000" rIns="36000" bIns="36000" rtlCol="0" anchor="ctr"/>
      <a:lstStyle>
        <a:defPPr algn="ctr" latinLnBrk="0">
          <a:spcBef>
            <a:spcPct val="50000"/>
          </a:spcBef>
          <a:defRPr sz="1200" b="0" smtClean="0">
            <a:latin typeface="맑은 고딕" pitchFamily="50" charset="-127"/>
            <a:ea typeface="맑은 고딕" pitchFamily="50" charset="-127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wrap="none" lIns="36000" tIns="36000" rIns="36000" bIns="36000" rtlCol="0">
        <a:spAutoFit/>
      </a:bodyPr>
      <a:lstStyle>
        <a:defPPr algn="ctr" latinLnBrk="0">
          <a:defRPr sz="1200" b="0" smtClean="0">
            <a:latin typeface="Arial Narrow" panose="020B0606020202030204" pitchFamily="34" charset="0"/>
            <a:ea typeface="맑은 고딕" pitchFamily="50" charset="-127"/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0536ac-5539-4805-8ea8-198f7e4ba3d0">
      <Terms xmlns="http://schemas.microsoft.com/office/infopath/2007/PartnerControls"/>
    </lcf76f155ced4ddcb4097134ff3c332f>
    <TaxCatchAll xmlns="39e6a095-f877-44bd-ac74-45ca6a6aa2e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50CC4C6EFBED384296C16B7FC5DCF381" ma:contentTypeVersion="12" ma:contentTypeDescription="새 문서를 만듭니다." ma:contentTypeScope="" ma:versionID="390694db01c8cc649ef1efd9fca414e9">
  <xsd:schema xmlns:xsd="http://www.w3.org/2001/XMLSchema" xmlns:xs="http://www.w3.org/2001/XMLSchema" xmlns:p="http://schemas.microsoft.com/office/2006/metadata/properties" xmlns:ns2="5d0536ac-5539-4805-8ea8-198f7e4ba3d0" xmlns:ns3="39e6a095-f877-44bd-ac74-45ca6a6aa2e5" targetNamespace="http://schemas.microsoft.com/office/2006/metadata/properties" ma:root="true" ma:fieldsID="6f3e1c1d3fd08a57083e4ec6dcb3b1c7" ns2:_="" ns3:_="">
    <xsd:import namespace="5d0536ac-5539-4805-8ea8-198f7e4ba3d0"/>
    <xsd:import namespace="39e6a095-f877-44bd-ac74-45ca6a6aa2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0536ac-5539-4805-8ea8-198f7e4ba3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이미지 태그" ma:readOnly="false" ma:fieldId="{5cf76f15-5ced-4ddc-b409-7134ff3c332f}" ma:taxonomyMulti="true" ma:sspId="d7d4fb0a-dc12-4dda-b0a9-dce29b59657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e6a095-f877-44bd-ac74-45ca6a6aa2e5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bbcfb5e3-2ce9-4232-a67a-1b90da71425f}" ma:internalName="TaxCatchAll" ma:showField="CatchAllData" ma:web="39e6a095-f877-44bd-ac74-45ca6a6aa2e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813F09F-34E8-431F-A80C-B4A6511288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2244CC0-3040-4242-8F36-8023AF770CF8}">
  <ds:schemaRefs>
    <ds:schemaRef ds:uri="39e6a095-f877-44bd-ac74-45ca6a6aa2e5"/>
    <ds:schemaRef ds:uri="5d0536ac-5539-4805-8ea8-198f7e4ba3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9334D30-673B-484D-94F5-FA22BA506F15}">
  <ds:schemaRefs>
    <ds:schemaRef ds:uri="39e6a095-f877-44bd-ac74-45ca6a6aa2e5"/>
    <ds:schemaRef ds:uri="5d0536ac-5539-4805-8ea8-198f7e4ba3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a835b3d-ddbf-4af7-b2df-4f7a35c0b91b}" enabled="0" method="" siteId="{0a835b3d-ddbf-4af7-b2df-4f7a35c0b91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A4 Paper (210x297 mm)</PresentationFormat>
  <Slides>15</Slides>
  <Notes>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1_대림 정식 템플릿_v1.2</vt:lpstr>
      <vt:lpstr>경영개선팀 템플릿</vt:lpstr>
      <vt:lpstr>2_대림 정식 템플릿_v1.2</vt:lpstr>
      <vt:lpstr>PowerPoint Presentation</vt:lpstr>
      <vt:lpstr>1. 사업개요 (1/3)</vt:lpstr>
      <vt:lpstr>1. 사업개요 (2/3)</vt:lpstr>
      <vt:lpstr>1. 사업개요 (3/3)</vt:lpstr>
      <vt:lpstr>2. 주요 계약 검토 의견 (1/3)</vt:lpstr>
      <vt:lpstr>2. 주요 계약 검토 의견 (2/3)</vt:lpstr>
      <vt:lpstr>2. 주요 계약 검토 의견 (3/3)</vt:lpstr>
      <vt:lpstr>3. Scope of Services (FEED only)</vt:lpstr>
      <vt:lpstr>4. Phase-1 Scope Of Work (SOW)</vt:lpstr>
      <vt:lpstr>5. Proposal Schedule</vt:lpstr>
      <vt:lpstr>6. 협조 요청 사항 </vt:lpstr>
      <vt:lpstr>첨부 1. Plot Plan</vt:lpstr>
      <vt:lpstr>첨부 2. Block Flow Diagram</vt:lpstr>
      <vt:lpstr>첨부 3. L/L 및 매뉴얼 반영 계획</vt:lpstr>
      <vt:lpstr>첨부 4. Assignee List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MMC Gold Project Proposal KOM</dc:title>
  <dc:subject>MMC Gold Project Proposal KOM</dc:subject>
  <dc:creator>대림산업 경영개선팀</dc:creator>
  <cp:revision>1</cp:revision>
  <cp:lastPrinted>2026-05-27T05:01:04Z</cp:lastPrinted>
  <dcterms:created xsi:type="dcterms:W3CDTF">2012-12-12T04:21:44Z</dcterms:created>
  <dcterms:modified xsi:type="dcterms:W3CDTF">2026-08-25T05:19:02Z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0x01010050CC4C6EFBED384296C16B7FC5DCF381</vt:lpwstr>
  </property>
  <property fmtid="{D5CDD505-2E9C-101B-9397-08002B2CF9AE}" pid="3" name="MediaServiceImageTags">
    <vt:lpwstr/>
  </property>
</Properties>
</file>